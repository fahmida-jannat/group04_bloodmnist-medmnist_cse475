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2"/>
  </p:notesMasterIdLst>
  <p:sldIdLst>
    <p:sldId id="256" r:id="rId2"/>
    <p:sldId id="266" r:id="rId3"/>
    <p:sldId id="322" r:id="rId4"/>
    <p:sldId id="361" r:id="rId5"/>
    <p:sldId id="359" r:id="rId6"/>
    <p:sldId id="323" r:id="rId7"/>
    <p:sldId id="280" r:id="rId8"/>
    <p:sldId id="296" r:id="rId9"/>
    <p:sldId id="363" r:id="rId10"/>
    <p:sldId id="299" r:id="rId11"/>
    <p:sldId id="327" r:id="rId12"/>
    <p:sldId id="326" r:id="rId13"/>
    <p:sldId id="329" r:id="rId14"/>
    <p:sldId id="330" r:id="rId15"/>
    <p:sldId id="297" r:id="rId16"/>
    <p:sldId id="332" r:id="rId17"/>
    <p:sldId id="331" r:id="rId18"/>
    <p:sldId id="362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33" r:id="rId31"/>
  </p:sldIdLst>
  <p:sldSz cx="9144000" cy="5143500" type="screen16x9"/>
  <p:notesSz cx="6858000" cy="9144000"/>
  <p:embeddedFontLst>
    <p:embeddedFont>
      <p:font typeface="Alata" panose="020B0604020202020204" charset="0"/>
      <p:regular r:id="rId33"/>
    </p:embeddedFont>
    <p:embeddedFont>
      <p:font typeface="Albert Sans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352C5B-C0DA-42B2-A4ED-83355D15D480}">
  <a:tblStyle styleId="{70352C5B-C0DA-42B2-A4ED-83355D15D4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680D826-9FF4-46FD-8209-51D7F5F3BAF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66" d="100"/>
          <a:sy n="66" d="100"/>
        </p:scale>
        <p:origin x="-5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45be87c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9" name="Google Shape;339;g2445be87c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12f97afb56_1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55" name="Google Shape;555;g212f97afb56_1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E6C10A2A-732E-68A8-2EA1-8CD0412F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FE6578F0-8A0B-E43E-7902-F346F1BB1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EBC5CA4D-D6D9-3B30-728C-A0026A149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1900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4080667E-7AFE-8AEF-4447-204326D8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9B32B19C-9396-D146-A92C-53D81E4BE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2AEF3158-F0B5-2BA1-DBD5-294AD4EDA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927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A3B3D0C9-AF49-72BD-B5D8-A71A04EE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82691742-0EF2-65AF-4C1A-CCDBEFEAF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57C28B1A-827C-24FD-0B74-E3098958D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235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58552FDF-98F8-7A69-5F70-1525105D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FA711140-A12F-BA19-C401-D20710A35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F401B403-A9EC-F3BE-938B-964DD0A3B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6053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7BBAC55F-8FF0-13D1-399A-33ED4080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72B06243-CB2A-FE74-7E45-3C3EB2821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E56FED0F-1E62-F9E7-27A6-3C8D67B26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618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FAFFC976-2EC7-5C61-8FCC-D2B23ADB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004860A8-C348-93CA-C6F3-BF5A60291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23938879-71F7-8397-8A81-F6AF36A76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214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B25A3605-3371-A9A6-A30E-15650961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452C27E5-5CC5-9DFD-7FA8-ABFA663E6A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1EB34040-BFCD-8424-0BCA-0C32F7961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0588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A2FB4BD4-85CE-DCBE-A84D-80BF2C1E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A4568413-2BE7-808A-4CED-76FDB5934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506468DC-CDFC-1716-177C-19B116C4CC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876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6F2AB2B3-973A-5882-EA25-398A5DC8E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2197EB04-E2C5-F7FF-545C-D674F36C7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43F086BE-D0D6-C13F-ADDE-31806AFFD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1559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309B81B4-D5F8-08E9-003E-B5F702B6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AEB12992-F273-67AE-98F1-A3D97B66D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E758C190-4B2C-1F48-4566-1CD02F39E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69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D1D2741D-D062-FA3B-B687-D3777DBEF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1C87E53A-CF53-810B-2101-C6429CDCC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2B29629E-12C7-9133-7442-A0F471CF5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656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574F2463-F162-7605-1F18-CFD95405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648FBB28-4FF6-8E0A-7648-558B71306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CE33D8EF-6B22-E76B-0444-4FAE4AB7C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580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E926A363-9386-17B8-3883-41A9D1E2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855E29DF-FF0E-0D4C-4377-4C7157B94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BBBC141E-0200-8C8D-12EF-AA44B1829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449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793D1C42-8064-6229-29FA-FD801B7D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B860F073-749C-7E0B-2ADC-81F7BC637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C6E3633F-0BD6-EDD0-283F-F4C85EAB5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376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71B97D74-5470-90F4-526C-41A6E707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12f97afb56_1_1419:notes">
            <a:extLst>
              <a:ext uri="{FF2B5EF4-FFF2-40B4-BE49-F238E27FC236}">
                <a16:creationId xmlns:a16="http://schemas.microsoft.com/office/drawing/2014/main" id="{D9158BF6-4C82-AE4A-4952-CB8135B518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39" name="Google Shape;739;g212f97afb56_1_1419:notes">
            <a:extLst>
              <a:ext uri="{FF2B5EF4-FFF2-40B4-BE49-F238E27FC236}">
                <a16:creationId xmlns:a16="http://schemas.microsoft.com/office/drawing/2014/main" id="{9B432B87-8900-943E-AEC5-841F75824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8289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30850" y="1244775"/>
            <a:ext cx="5682300" cy="184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30850" y="3489225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-1084200" y="713000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7466845" y="-519012"/>
            <a:ext cx="3111009" cy="3789122"/>
            <a:chOff x="7466845" y="-519012"/>
            <a:chExt cx="3111009" cy="3789122"/>
          </a:xfrm>
        </p:grpSpPr>
        <p:sp>
          <p:nvSpPr>
            <p:cNvPr id="60" name="Google Shape;60;p6"/>
            <p:cNvSpPr/>
            <p:nvPr/>
          </p:nvSpPr>
          <p:spPr>
            <a:xfrm>
              <a:off x="8677278" y="2368361"/>
              <a:ext cx="335359" cy="901749"/>
            </a:xfrm>
            <a:custGeom>
              <a:avLst/>
              <a:gdLst/>
              <a:ahLst/>
              <a:cxnLst/>
              <a:rect l="l" t="t" r="r" b="b"/>
              <a:pathLst>
                <a:path w="5516" h="14832" extrusionOk="0">
                  <a:moveTo>
                    <a:pt x="2676" y="1"/>
                  </a:moveTo>
                  <a:cubicBezTo>
                    <a:pt x="2484" y="1"/>
                    <a:pt x="2307" y="164"/>
                    <a:pt x="2307" y="371"/>
                  </a:cubicBezTo>
                  <a:cubicBezTo>
                    <a:pt x="2307" y="563"/>
                    <a:pt x="2484" y="740"/>
                    <a:pt x="2676" y="740"/>
                  </a:cubicBezTo>
                  <a:cubicBezTo>
                    <a:pt x="2780" y="740"/>
                    <a:pt x="2869" y="696"/>
                    <a:pt x="2928" y="637"/>
                  </a:cubicBezTo>
                  <a:lnTo>
                    <a:pt x="5294" y="3003"/>
                  </a:lnTo>
                  <a:lnTo>
                    <a:pt x="5294" y="11904"/>
                  </a:lnTo>
                  <a:lnTo>
                    <a:pt x="2676" y="14521"/>
                  </a:lnTo>
                  <a:lnTo>
                    <a:pt x="488" y="12347"/>
                  </a:lnTo>
                  <a:lnTo>
                    <a:pt x="488" y="3180"/>
                  </a:lnTo>
                  <a:cubicBezTo>
                    <a:pt x="636" y="3136"/>
                    <a:pt x="739" y="3003"/>
                    <a:pt x="739" y="2840"/>
                  </a:cubicBezTo>
                  <a:cubicBezTo>
                    <a:pt x="739" y="2633"/>
                    <a:pt x="562" y="2470"/>
                    <a:pt x="370" y="2470"/>
                  </a:cubicBezTo>
                  <a:cubicBezTo>
                    <a:pt x="163" y="2470"/>
                    <a:pt x="0" y="2633"/>
                    <a:pt x="0" y="2840"/>
                  </a:cubicBezTo>
                  <a:cubicBezTo>
                    <a:pt x="0" y="3003"/>
                    <a:pt x="104" y="3150"/>
                    <a:pt x="266" y="3195"/>
                  </a:cubicBezTo>
                  <a:lnTo>
                    <a:pt x="266" y="12392"/>
                  </a:lnTo>
                  <a:lnTo>
                    <a:pt x="266" y="12436"/>
                  </a:lnTo>
                  <a:lnTo>
                    <a:pt x="2676" y="14832"/>
                  </a:lnTo>
                  <a:lnTo>
                    <a:pt x="5515" y="11993"/>
                  </a:lnTo>
                  <a:lnTo>
                    <a:pt x="5515" y="2958"/>
                  </a:lnTo>
                  <a:lnTo>
                    <a:pt x="5515" y="2899"/>
                  </a:lnTo>
                  <a:lnTo>
                    <a:pt x="3046" y="445"/>
                  </a:lnTo>
                  <a:cubicBezTo>
                    <a:pt x="3046" y="415"/>
                    <a:pt x="3046" y="385"/>
                    <a:pt x="3046" y="371"/>
                  </a:cubicBezTo>
                  <a:cubicBezTo>
                    <a:pt x="3046" y="164"/>
                    <a:pt x="2883" y="1"/>
                    <a:pt x="267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8801302" y="2583214"/>
              <a:ext cx="100741" cy="572044"/>
            </a:xfrm>
            <a:custGeom>
              <a:avLst/>
              <a:gdLst/>
              <a:ahLst/>
              <a:cxnLst/>
              <a:rect l="l" t="t" r="r" b="b"/>
              <a:pathLst>
                <a:path w="1657" h="9409" extrusionOk="0">
                  <a:moveTo>
                    <a:pt x="799" y="1"/>
                  </a:moveTo>
                  <a:cubicBezTo>
                    <a:pt x="622" y="1"/>
                    <a:pt x="429" y="75"/>
                    <a:pt x="282" y="208"/>
                  </a:cubicBezTo>
                  <a:cubicBezTo>
                    <a:pt x="1" y="504"/>
                    <a:pt x="1" y="977"/>
                    <a:pt x="282" y="1258"/>
                  </a:cubicBezTo>
                  <a:cubicBezTo>
                    <a:pt x="400" y="1376"/>
                    <a:pt x="563" y="1450"/>
                    <a:pt x="710" y="1465"/>
                  </a:cubicBezTo>
                  <a:lnTo>
                    <a:pt x="710" y="7941"/>
                  </a:lnTo>
                  <a:cubicBezTo>
                    <a:pt x="577" y="7971"/>
                    <a:pt x="429" y="8045"/>
                    <a:pt x="326" y="8148"/>
                  </a:cubicBezTo>
                  <a:cubicBezTo>
                    <a:pt x="30" y="8444"/>
                    <a:pt x="30" y="8902"/>
                    <a:pt x="326" y="9198"/>
                  </a:cubicBezTo>
                  <a:cubicBezTo>
                    <a:pt x="466" y="9338"/>
                    <a:pt x="655" y="9409"/>
                    <a:pt x="843" y="9409"/>
                  </a:cubicBezTo>
                  <a:cubicBezTo>
                    <a:pt x="1032" y="9409"/>
                    <a:pt x="1220" y="9338"/>
                    <a:pt x="1361" y="9198"/>
                  </a:cubicBezTo>
                  <a:cubicBezTo>
                    <a:pt x="1657" y="8902"/>
                    <a:pt x="1657" y="8444"/>
                    <a:pt x="1361" y="8148"/>
                  </a:cubicBezTo>
                  <a:cubicBezTo>
                    <a:pt x="1243" y="8030"/>
                    <a:pt x="1095" y="7971"/>
                    <a:pt x="932" y="7941"/>
                  </a:cubicBezTo>
                  <a:lnTo>
                    <a:pt x="932" y="1465"/>
                  </a:lnTo>
                  <a:cubicBezTo>
                    <a:pt x="1080" y="1435"/>
                    <a:pt x="1213" y="1376"/>
                    <a:pt x="1331" y="1258"/>
                  </a:cubicBezTo>
                  <a:cubicBezTo>
                    <a:pt x="1612" y="977"/>
                    <a:pt x="1612" y="504"/>
                    <a:pt x="1331" y="208"/>
                  </a:cubicBezTo>
                  <a:cubicBezTo>
                    <a:pt x="1184" y="75"/>
                    <a:pt x="991" y="1"/>
                    <a:pt x="79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rot="-8100000" flipH="1">
              <a:off x="8046167" y="19648"/>
              <a:ext cx="2233987" cy="1767370"/>
            </a:xfrm>
            <a:custGeom>
              <a:avLst/>
              <a:gdLst/>
              <a:ahLst/>
              <a:cxnLst/>
              <a:rect l="l" t="t" r="r" b="b"/>
              <a:pathLst>
                <a:path w="36745" h="29070" extrusionOk="0">
                  <a:moveTo>
                    <a:pt x="35414" y="207"/>
                  </a:moveTo>
                  <a:cubicBezTo>
                    <a:pt x="35148" y="488"/>
                    <a:pt x="35133" y="917"/>
                    <a:pt x="35384" y="1213"/>
                  </a:cubicBezTo>
                  <a:lnTo>
                    <a:pt x="35384" y="1213"/>
                  </a:lnTo>
                  <a:lnTo>
                    <a:pt x="28937" y="7645"/>
                  </a:lnTo>
                  <a:lnTo>
                    <a:pt x="23540" y="7645"/>
                  </a:lnTo>
                  <a:lnTo>
                    <a:pt x="15630" y="15555"/>
                  </a:lnTo>
                  <a:lnTo>
                    <a:pt x="15630" y="21174"/>
                  </a:lnTo>
                  <a:lnTo>
                    <a:pt x="10750" y="26054"/>
                  </a:lnTo>
                  <a:lnTo>
                    <a:pt x="2869" y="26054"/>
                  </a:lnTo>
                  <a:lnTo>
                    <a:pt x="2825" y="26054"/>
                  </a:lnTo>
                  <a:lnTo>
                    <a:pt x="1169" y="27710"/>
                  </a:lnTo>
                  <a:cubicBezTo>
                    <a:pt x="1051" y="27621"/>
                    <a:pt x="888" y="27577"/>
                    <a:pt x="725" y="27577"/>
                  </a:cubicBezTo>
                  <a:lnTo>
                    <a:pt x="725" y="27577"/>
                  </a:lnTo>
                  <a:cubicBezTo>
                    <a:pt x="326" y="27606"/>
                    <a:pt x="1" y="27946"/>
                    <a:pt x="16" y="28345"/>
                  </a:cubicBezTo>
                  <a:lnTo>
                    <a:pt x="16" y="28345"/>
                  </a:lnTo>
                  <a:cubicBezTo>
                    <a:pt x="30" y="28538"/>
                    <a:pt x="104" y="28715"/>
                    <a:pt x="237" y="28848"/>
                  </a:cubicBezTo>
                  <a:lnTo>
                    <a:pt x="237" y="28848"/>
                  </a:lnTo>
                  <a:cubicBezTo>
                    <a:pt x="370" y="28981"/>
                    <a:pt x="577" y="29070"/>
                    <a:pt x="784" y="29055"/>
                  </a:cubicBezTo>
                  <a:lnTo>
                    <a:pt x="784" y="29055"/>
                  </a:lnTo>
                  <a:lnTo>
                    <a:pt x="784" y="29055"/>
                  </a:lnTo>
                  <a:cubicBezTo>
                    <a:pt x="1198" y="29040"/>
                    <a:pt x="1509" y="28700"/>
                    <a:pt x="1494" y="28286"/>
                  </a:cubicBezTo>
                  <a:lnTo>
                    <a:pt x="1494" y="28286"/>
                  </a:lnTo>
                  <a:cubicBezTo>
                    <a:pt x="1494" y="28124"/>
                    <a:pt x="1435" y="27976"/>
                    <a:pt x="1331" y="27857"/>
                  </a:cubicBezTo>
                  <a:lnTo>
                    <a:pt x="1331" y="27857"/>
                  </a:lnTo>
                  <a:lnTo>
                    <a:pt x="2914" y="26275"/>
                  </a:lnTo>
                  <a:lnTo>
                    <a:pt x="10795" y="26275"/>
                  </a:lnTo>
                  <a:lnTo>
                    <a:pt x="10839" y="26275"/>
                  </a:lnTo>
                  <a:lnTo>
                    <a:pt x="15852" y="21263"/>
                  </a:lnTo>
                  <a:lnTo>
                    <a:pt x="15852" y="15644"/>
                  </a:lnTo>
                  <a:lnTo>
                    <a:pt x="23629" y="7866"/>
                  </a:lnTo>
                  <a:lnTo>
                    <a:pt x="29026" y="7866"/>
                  </a:lnTo>
                  <a:lnTo>
                    <a:pt x="35547" y="1361"/>
                  </a:lnTo>
                  <a:cubicBezTo>
                    <a:pt x="35828" y="1538"/>
                    <a:pt x="36212" y="1508"/>
                    <a:pt x="36463" y="1257"/>
                  </a:cubicBezTo>
                  <a:lnTo>
                    <a:pt x="36463" y="1257"/>
                  </a:lnTo>
                  <a:cubicBezTo>
                    <a:pt x="36744" y="961"/>
                    <a:pt x="36744" y="503"/>
                    <a:pt x="36463" y="207"/>
                  </a:cubicBezTo>
                  <a:lnTo>
                    <a:pt x="36463" y="207"/>
                  </a:lnTo>
                  <a:cubicBezTo>
                    <a:pt x="36316" y="59"/>
                    <a:pt x="36123" y="0"/>
                    <a:pt x="35931" y="0"/>
                  </a:cubicBezTo>
                  <a:lnTo>
                    <a:pt x="35931" y="0"/>
                  </a:lnTo>
                  <a:cubicBezTo>
                    <a:pt x="35754" y="0"/>
                    <a:pt x="35562" y="59"/>
                    <a:pt x="35414" y="207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-8100000" flipH="1">
              <a:off x="7796809" y="-69035"/>
              <a:ext cx="2002959" cy="1762932"/>
            </a:xfrm>
            <a:custGeom>
              <a:avLst/>
              <a:gdLst/>
              <a:ahLst/>
              <a:cxnLst/>
              <a:rect l="l" t="t" r="r" b="b"/>
              <a:pathLst>
                <a:path w="32945" h="28997" extrusionOk="0">
                  <a:moveTo>
                    <a:pt x="32131" y="1"/>
                  </a:moveTo>
                  <a:cubicBezTo>
                    <a:pt x="31954" y="1"/>
                    <a:pt x="31762" y="75"/>
                    <a:pt x="31614" y="208"/>
                  </a:cubicBezTo>
                  <a:cubicBezTo>
                    <a:pt x="31496" y="326"/>
                    <a:pt x="31436" y="474"/>
                    <a:pt x="31407" y="622"/>
                  </a:cubicBezTo>
                  <a:lnTo>
                    <a:pt x="27001" y="622"/>
                  </a:lnTo>
                  <a:lnTo>
                    <a:pt x="21796" y="5841"/>
                  </a:lnTo>
                  <a:lnTo>
                    <a:pt x="21796" y="11105"/>
                  </a:lnTo>
                  <a:lnTo>
                    <a:pt x="14196" y="18705"/>
                  </a:lnTo>
                  <a:lnTo>
                    <a:pt x="8961" y="18705"/>
                  </a:lnTo>
                  <a:lnTo>
                    <a:pt x="4304" y="23363"/>
                  </a:lnTo>
                  <a:cubicBezTo>
                    <a:pt x="4171" y="23259"/>
                    <a:pt x="4008" y="23215"/>
                    <a:pt x="3845" y="23215"/>
                  </a:cubicBezTo>
                  <a:cubicBezTo>
                    <a:pt x="3638" y="23230"/>
                    <a:pt x="3461" y="23304"/>
                    <a:pt x="3328" y="23452"/>
                  </a:cubicBezTo>
                  <a:cubicBezTo>
                    <a:pt x="3195" y="23600"/>
                    <a:pt x="3121" y="23792"/>
                    <a:pt x="3136" y="23984"/>
                  </a:cubicBezTo>
                  <a:cubicBezTo>
                    <a:pt x="3136" y="24176"/>
                    <a:pt x="3210" y="24339"/>
                    <a:pt x="3343" y="24472"/>
                  </a:cubicBezTo>
                  <a:cubicBezTo>
                    <a:pt x="3357" y="24487"/>
                    <a:pt x="3357" y="24487"/>
                    <a:pt x="3372" y="24502"/>
                  </a:cubicBezTo>
                  <a:cubicBezTo>
                    <a:pt x="3505" y="24635"/>
                    <a:pt x="3697" y="24694"/>
                    <a:pt x="3890" y="24694"/>
                  </a:cubicBezTo>
                  <a:cubicBezTo>
                    <a:pt x="3964" y="24694"/>
                    <a:pt x="4038" y="24664"/>
                    <a:pt x="4111" y="24649"/>
                  </a:cubicBezTo>
                  <a:lnTo>
                    <a:pt x="4111" y="24649"/>
                  </a:lnTo>
                  <a:lnTo>
                    <a:pt x="1125" y="27621"/>
                  </a:lnTo>
                  <a:cubicBezTo>
                    <a:pt x="1006" y="27547"/>
                    <a:pt x="859" y="27518"/>
                    <a:pt x="711" y="27518"/>
                  </a:cubicBezTo>
                  <a:cubicBezTo>
                    <a:pt x="518" y="27518"/>
                    <a:pt x="341" y="27607"/>
                    <a:pt x="208" y="27754"/>
                  </a:cubicBezTo>
                  <a:cubicBezTo>
                    <a:pt x="60" y="27902"/>
                    <a:pt x="1" y="28080"/>
                    <a:pt x="1" y="28287"/>
                  </a:cubicBezTo>
                  <a:cubicBezTo>
                    <a:pt x="16" y="28479"/>
                    <a:pt x="90" y="28642"/>
                    <a:pt x="223" y="28775"/>
                  </a:cubicBezTo>
                  <a:cubicBezTo>
                    <a:pt x="223" y="28790"/>
                    <a:pt x="237" y="28790"/>
                    <a:pt x="237" y="28804"/>
                  </a:cubicBezTo>
                  <a:cubicBezTo>
                    <a:pt x="385" y="28937"/>
                    <a:pt x="578" y="28997"/>
                    <a:pt x="770" y="28997"/>
                  </a:cubicBezTo>
                  <a:cubicBezTo>
                    <a:pt x="962" y="28982"/>
                    <a:pt x="1154" y="28908"/>
                    <a:pt x="1287" y="28760"/>
                  </a:cubicBezTo>
                  <a:cubicBezTo>
                    <a:pt x="1420" y="28612"/>
                    <a:pt x="1494" y="28420"/>
                    <a:pt x="1480" y="28228"/>
                  </a:cubicBezTo>
                  <a:cubicBezTo>
                    <a:pt x="1480" y="28050"/>
                    <a:pt x="1406" y="27902"/>
                    <a:pt x="1302" y="27769"/>
                  </a:cubicBezTo>
                  <a:lnTo>
                    <a:pt x="4259" y="24812"/>
                  </a:lnTo>
                  <a:cubicBezTo>
                    <a:pt x="4392" y="24945"/>
                    <a:pt x="4585" y="25004"/>
                    <a:pt x="4762" y="25004"/>
                  </a:cubicBezTo>
                  <a:cubicBezTo>
                    <a:pt x="4969" y="24989"/>
                    <a:pt x="5147" y="24901"/>
                    <a:pt x="5280" y="24768"/>
                  </a:cubicBezTo>
                  <a:cubicBezTo>
                    <a:pt x="5413" y="24620"/>
                    <a:pt x="5487" y="24428"/>
                    <a:pt x="5472" y="24235"/>
                  </a:cubicBezTo>
                  <a:cubicBezTo>
                    <a:pt x="5472" y="24206"/>
                    <a:pt x="5472" y="24176"/>
                    <a:pt x="5457" y="24132"/>
                  </a:cubicBezTo>
                  <a:lnTo>
                    <a:pt x="5457" y="24132"/>
                  </a:lnTo>
                  <a:cubicBezTo>
                    <a:pt x="5487" y="24191"/>
                    <a:pt x="5531" y="24235"/>
                    <a:pt x="5561" y="24265"/>
                  </a:cubicBezTo>
                  <a:cubicBezTo>
                    <a:pt x="5575" y="24280"/>
                    <a:pt x="5575" y="24280"/>
                    <a:pt x="5590" y="24295"/>
                  </a:cubicBezTo>
                  <a:cubicBezTo>
                    <a:pt x="5725" y="24416"/>
                    <a:pt x="5886" y="24489"/>
                    <a:pt x="6071" y="24489"/>
                  </a:cubicBezTo>
                  <a:cubicBezTo>
                    <a:pt x="6088" y="24489"/>
                    <a:pt x="6105" y="24488"/>
                    <a:pt x="6122" y="24487"/>
                  </a:cubicBezTo>
                  <a:cubicBezTo>
                    <a:pt x="6315" y="24472"/>
                    <a:pt x="6492" y="24398"/>
                    <a:pt x="6625" y="24250"/>
                  </a:cubicBezTo>
                  <a:cubicBezTo>
                    <a:pt x="6729" y="24147"/>
                    <a:pt x="6788" y="24028"/>
                    <a:pt x="6817" y="23895"/>
                  </a:cubicBezTo>
                  <a:lnTo>
                    <a:pt x="11712" y="23895"/>
                  </a:lnTo>
                  <a:lnTo>
                    <a:pt x="12436" y="23171"/>
                  </a:lnTo>
                  <a:lnTo>
                    <a:pt x="12436" y="21382"/>
                  </a:lnTo>
                  <a:cubicBezTo>
                    <a:pt x="12584" y="21352"/>
                    <a:pt x="12717" y="21278"/>
                    <a:pt x="12821" y="21160"/>
                  </a:cubicBezTo>
                  <a:cubicBezTo>
                    <a:pt x="12954" y="21027"/>
                    <a:pt x="13028" y="20835"/>
                    <a:pt x="13013" y="20642"/>
                  </a:cubicBezTo>
                  <a:cubicBezTo>
                    <a:pt x="12998" y="20435"/>
                    <a:pt x="12909" y="20258"/>
                    <a:pt x="12776" y="20125"/>
                  </a:cubicBezTo>
                  <a:cubicBezTo>
                    <a:pt x="12641" y="20003"/>
                    <a:pt x="12468" y="19931"/>
                    <a:pt x="12293" y="19931"/>
                  </a:cubicBezTo>
                  <a:cubicBezTo>
                    <a:pt x="12276" y="19931"/>
                    <a:pt x="12260" y="19931"/>
                    <a:pt x="12244" y="19933"/>
                  </a:cubicBezTo>
                  <a:cubicBezTo>
                    <a:pt x="12052" y="19933"/>
                    <a:pt x="11859" y="20021"/>
                    <a:pt x="11726" y="20169"/>
                  </a:cubicBezTo>
                  <a:cubicBezTo>
                    <a:pt x="11593" y="20302"/>
                    <a:pt x="11534" y="20494"/>
                    <a:pt x="11534" y="20687"/>
                  </a:cubicBezTo>
                  <a:cubicBezTo>
                    <a:pt x="11549" y="20879"/>
                    <a:pt x="11623" y="21056"/>
                    <a:pt x="11756" y="21189"/>
                  </a:cubicBezTo>
                  <a:cubicBezTo>
                    <a:pt x="11756" y="21189"/>
                    <a:pt x="11771" y="21204"/>
                    <a:pt x="11771" y="21204"/>
                  </a:cubicBezTo>
                  <a:cubicBezTo>
                    <a:pt x="11904" y="21322"/>
                    <a:pt x="12052" y="21382"/>
                    <a:pt x="12214" y="21396"/>
                  </a:cubicBezTo>
                  <a:lnTo>
                    <a:pt x="12214" y="23082"/>
                  </a:lnTo>
                  <a:lnTo>
                    <a:pt x="11623" y="23673"/>
                  </a:lnTo>
                  <a:lnTo>
                    <a:pt x="6817" y="23673"/>
                  </a:lnTo>
                  <a:cubicBezTo>
                    <a:pt x="6803" y="23496"/>
                    <a:pt x="6729" y="23333"/>
                    <a:pt x="6596" y="23200"/>
                  </a:cubicBezTo>
                  <a:cubicBezTo>
                    <a:pt x="6448" y="23067"/>
                    <a:pt x="6255" y="23008"/>
                    <a:pt x="6063" y="23008"/>
                  </a:cubicBezTo>
                  <a:cubicBezTo>
                    <a:pt x="5856" y="23023"/>
                    <a:pt x="5679" y="23097"/>
                    <a:pt x="5546" y="23245"/>
                  </a:cubicBezTo>
                  <a:cubicBezTo>
                    <a:pt x="5413" y="23393"/>
                    <a:pt x="5339" y="23585"/>
                    <a:pt x="5354" y="23777"/>
                  </a:cubicBezTo>
                  <a:cubicBezTo>
                    <a:pt x="5354" y="23807"/>
                    <a:pt x="5354" y="23836"/>
                    <a:pt x="5368" y="23866"/>
                  </a:cubicBezTo>
                  <a:cubicBezTo>
                    <a:pt x="5324" y="23821"/>
                    <a:pt x="5294" y="23762"/>
                    <a:pt x="5235" y="23718"/>
                  </a:cubicBezTo>
                  <a:cubicBezTo>
                    <a:pt x="5113" y="23596"/>
                    <a:pt x="4942" y="23524"/>
                    <a:pt x="4755" y="23524"/>
                  </a:cubicBezTo>
                  <a:cubicBezTo>
                    <a:pt x="4738" y="23524"/>
                    <a:pt x="4720" y="23524"/>
                    <a:pt x="4703" y="23526"/>
                  </a:cubicBezTo>
                  <a:cubicBezTo>
                    <a:pt x="4629" y="23526"/>
                    <a:pt x="4570" y="23540"/>
                    <a:pt x="4496" y="23570"/>
                  </a:cubicBezTo>
                  <a:cubicBezTo>
                    <a:pt x="4481" y="23555"/>
                    <a:pt x="4466" y="23526"/>
                    <a:pt x="4452" y="23511"/>
                  </a:cubicBezTo>
                  <a:lnTo>
                    <a:pt x="9050" y="18927"/>
                  </a:lnTo>
                  <a:lnTo>
                    <a:pt x="14284" y="18927"/>
                  </a:lnTo>
                  <a:lnTo>
                    <a:pt x="22018" y="11194"/>
                  </a:lnTo>
                  <a:lnTo>
                    <a:pt x="22018" y="5930"/>
                  </a:lnTo>
                  <a:lnTo>
                    <a:pt x="27104" y="844"/>
                  </a:lnTo>
                  <a:lnTo>
                    <a:pt x="31407" y="844"/>
                  </a:lnTo>
                  <a:cubicBezTo>
                    <a:pt x="31436" y="991"/>
                    <a:pt x="31496" y="1139"/>
                    <a:pt x="31614" y="1258"/>
                  </a:cubicBezTo>
                  <a:cubicBezTo>
                    <a:pt x="31762" y="1405"/>
                    <a:pt x="31950" y="1479"/>
                    <a:pt x="32139" y="1479"/>
                  </a:cubicBezTo>
                  <a:cubicBezTo>
                    <a:pt x="32327" y="1479"/>
                    <a:pt x="32516" y="1405"/>
                    <a:pt x="32664" y="1258"/>
                  </a:cubicBezTo>
                  <a:cubicBezTo>
                    <a:pt x="32945" y="977"/>
                    <a:pt x="32945" y="504"/>
                    <a:pt x="32664" y="208"/>
                  </a:cubicBezTo>
                  <a:cubicBezTo>
                    <a:pt x="32516" y="75"/>
                    <a:pt x="32324" y="1"/>
                    <a:pt x="32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 rot="-8100000" flipH="1">
              <a:off x="7948860" y="41638"/>
              <a:ext cx="2084731" cy="1807861"/>
            </a:xfrm>
            <a:custGeom>
              <a:avLst/>
              <a:gdLst/>
              <a:ahLst/>
              <a:cxnLst/>
              <a:rect l="l" t="t" r="r" b="b"/>
              <a:pathLst>
                <a:path w="34290" h="29736" extrusionOk="0">
                  <a:moveTo>
                    <a:pt x="33477" y="0"/>
                  </a:moveTo>
                  <a:cubicBezTo>
                    <a:pt x="33285" y="0"/>
                    <a:pt x="33107" y="59"/>
                    <a:pt x="32959" y="207"/>
                  </a:cubicBezTo>
                  <a:cubicBezTo>
                    <a:pt x="32708" y="458"/>
                    <a:pt x="32678" y="843"/>
                    <a:pt x="32856" y="1124"/>
                  </a:cubicBezTo>
                  <a:lnTo>
                    <a:pt x="28908" y="5072"/>
                  </a:lnTo>
                  <a:lnTo>
                    <a:pt x="24073" y="5072"/>
                  </a:lnTo>
                  <a:lnTo>
                    <a:pt x="21160" y="7999"/>
                  </a:lnTo>
                  <a:lnTo>
                    <a:pt x="21160" y="10779"/>
                  </a:lnTo>
                  <a:lnTo>
                    <a:pt x="18277" y="13722"/>
                  </a:lnTo>
                  <a:lnTo>
                    <a:pt x="13471" y="18542"/>
                  </a:lnTo>
                  <a:lnTo>
                    <a:pt x="13471" y="23865"/>
                  </a:lnTo>
                  <a:lnTo>
                    <a:pt x="11046" y="26290"/>
                  </a:lnTo>
                  <a:lnTo>
                    <a:pt x="3298" y="26290"/>
                  </a:lnTo>
                  <a:lnTo>
                    <a:pt x="1184" y="28404"/>
                  </a:lnTo>
                  <a:cubicBezTo>
                    <a:pt x="1064" y="28311"/>
                    <a:pt x="921" y="28254"/>
                    <a:pt x="775" y="28254"/>
                  </a:cubicBezTo>
                  <a:cubicBezTo>
                    <a:pt x="759" y="28254"/>
                    <a:pt x="742" y="28255"/>
                    <a:pt x="725" y="28257"/>
                  </a:cubicBezTo>
                  <a:cubicBezTo>
                    <a:pt x="518" y="28257"/>
                    <a:pt x="341" y="28345"/>
                    <a:pt x="208" y="28493"/>
                  </a:cubicBezTo>
                  <a:cubicBezTo>
                    <a:pt x="75" y="28641"/>
                    <a:pt x="1" y="28818"/>
                    <a:pt x="16" y="29025"/>
                  </a:cubicBezTo>
                  <a:cubicBezTo>
                    <a:pt x="16" y="29203"/>
                    <a:pt x="90" y="29380"/>
                    <a:pt x="223" y="29513"/>
                  </a:cubicBezTo>
                  <a:cubicBezTo>
                    <a:pt x="237" y="29513"/>
                    <a:pt x="237" y="29528"/>
                    <a:pt x="252" y="29528"/>
                  </a:cubicBezTo>
                  <a:cubicBezTo>
                    <a:pt x="385" y="29661"/>
                    <a:pt x="577" y="29735"/>
                    <a:pt x="770" y="29735"/>
                  </a:cubicBezTo>
                  <a:cubicBezTo>
                    <a:pt x="977" y="29720"/>
                    <a:pt x="1154" y="29632"/>
                    <a:pt x="1287" y="29499"/>
                  </a:cubicBezTo>
                  <a:cubicBezTo>
                    <a:pt x="1420" y="29351"/>
                    <a:pt x="1494" y="29158"/>
                    <a:pt x="1479" y="28966"/>
                  </a:cubicBezTo>
                  <a:cubicBezTo>
                    <a:pt x="1479" y="28818"/>
                    <a:pt x="1435" y="28671"/>
                    <a:pt x="1346" y="28552"/>
                  </a:cubicBezTo>
                  <a:lnTo>
                    <a:pt x="3387" y="26512"/>
                  </a:lnTo>
                  <a:lnTo>
                    <a:pt x="11135" y="26512"/>
                  </a:lnTo>
                  <a:lnTo>
                    <a:pt x="13678" y="23954"/>
                  </a:lnTo>
                  <a:lnTo>
                    <a:pt x="13678" y="18631"/>
                  </a:lnTo>
                  <a:lnTo>
                    <a:pt x="18424" y="13884"/>
                  </a:lnTo>
                  <a:lnTo>
                    <a:pt x="21352" y="10912"/>
                  </a:lnTo>
                  <a:lnTo>
                    <a:pt x="21382" y="10883"/>
                  </a:lnTo>
                  <a:lnTo>
                    <a:pt x="21382" y="8088"/>
                  </a:lnTo>
                  <a:lnTo>
                    <a:pt x="24161" y="5294"/>
                  </a:lnTo>
                  <a:lnTo>
                    <a:pt x="28997" y="5294"/>
                  </a:lnTo>
                  <a:lnTo>
                    <a:pt x="33004" y="1301"/>
                  </a:lnTo>
                  <a:cubicBezTo>
                    <a:pt x="33143" y="1413"/>
                    <a:pt x="33311" y="1468"/>
                    <a:pt x="33479" y="1468"/>
                  </a:cubicBezTo>
                  <a:cubicBezTo>
                    <a:pt x="33667" y="1468"/>
                    <a:pt x="33853" y="1398"/>
                    <a:pt x="33994" y="1257"/>
                  </a:cubicBezTo>
                  <a:cubicBezTo>
                    <a:pt x="34290" y="961"/>
                    <a:pt x="34290" y="503"/>
                    <a:pt x="33994" y="207"/>
                  </a:cubicBezTo>
                  <a:cubicBezTo>
                    <a:pt x="33861" y="59"/>
                    <a:pt x="33669" y="0"/>
                    <a:pt x="3347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-1109500" y="382076"/>
            <a:ext cx="2785746" cy="3818577"/>
            <a:chOff x="-1109500" y="382076"/>
            <a:chExt cx="2785746" cy="3818577"/>
          </a:xfrm>
        </p:grpSpPr>
        <p:sp>
          <p:nvSpPr>
            <p:cNvPr id="66" name="Google Shape;66;p6"/>
            <p:cNvSpPr/>
            <p:nvPr/>
          </p:nvSpPr>
          <p:spPr>
            <a:xfrm>
              <a:off x="200594" y="382076"/>
              <a:ext cx="335359" cy="902600"/>
            </a:xfrm>
            <a:custGeom>
              <a:avLst/>
              <a:gdLst/>
              <a:ahLst/>
              <a:cxnLst/>
              <a:rect l="l" t="t" r="r" b="b"/>
              <a:pathLst>
                <a:path w="5516" h="14846" extrusionOk="0">
                  <a:moveTo>
                    <a:pt x="2839" y="0"/>
                  </a:moveTo>
                  <a:lnTo>
                    <a:pt x="0" y="2839"/>
                  </a:lnTo>
                  <a:lnTo>
                    <a:pt x="0" y="11889"/>
                  </a:lnTo>
                  <a:lnTo>
                    <a:pt x="0" y="11933"/>
                  </a:lnTo>
                  <a:lnTo>
                    <a:pt x="2470" y="14387"/>
                  </a:lnTo>
                  <a:cubicBezTo>
                    <a:pt x="2455" y="14417"/>
                    <a:pt x="2455" y="14447"/>
                    <a:pt x="2455" y="14476"/>
                  </a:cubicBezTo>
                  <a:cubicBezTo>
                    <a:pt x="2455" y="14683"/>
                    <a:pt x="2632" y="14846"/>
                    <a:pt x="2824" y="14846"/>
                  </a:cubicBezTo>
                  <a:cubicBezTo>
                    <a:pt x="3031" y="14846"/>
                    <a:pt x="3194" y="14683"/>
                    <a:pt x="3194" y="14476"/>
                  </a:cubicBezTo>
                  <a:cubicBezTo>
                    <a:pt x="3194" y="14269"/>
                    <a:pt x="3031" y="14106"/>
                    <a:pt x="2824" y="14106"/>
                  </a:cubicBezTo>
                  <a:cubicBezTo>
                    <a:pt x="2736" y="14106"/>
                    <a:pt x="2647" y="14136"/>
                    <a:pt x="2588" y="14195"/>
                  </a:cubicBezTo>
                  <a:lnTo>
                    <a:pt x="222" y="11844"/>
                  </a:lnTo>
                  <a:lnTo>
                    <a:pt x="222" y="2928"/>
                  </a:lnTo>
                  <a:lnTo>
                    <a:pt x="2839" y="311"/>
                  </a:lnTo>
                  <a:lnTo>
                    <a:pt x="5028" y="2499"/>
                  </a:lnTo>
                  <a:lnTo>
                    <a:pt x="5028" y="11652"/>
                  </a:lnTo>
                  <a:cubicBezTo>
                    <a:pt x="4880" y="11711"/>
                    <a:pt x="4776" y="11844"/>
                    <a:pt x="4776" y="12007"/>
                  </a:cubicBezTo>
                  <a:cubicBezTo>
                    <a:pt x="4776" y="12214"/>
                    <a:pt x="4939" y="12376"/>
                    <a:pt x="5146" y="12376"/>
                  </a:cubicBezTo>
                  <a:cubicBezTo>
                    <a:pt x="5353" y="12376"/>
                    <a:pt x="5515" y="12214"/>
                    <a:pt x="5515" y="12007"/>
                  </a:cubicBezTo>
                  <a:cubicBezTo>
                    <a:pt x="5515" y="11829"/>
                    <a:pt x="5397" y="11682"/>
                    <a:pt x="5249" y="11652"/>
                  </a:cubicBezTo>
                  <a:lnTo>
                    <a:pt x="5249" y="2455"/>
                  </a:lnTo>
                  <a:lnTo>
                    <a:pt x="5249" y="2396"/>
                  </a:lnTo>
                  <a:lnTo>
                    <a:pt x="283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311121" y="497163"/>
              <a:ext cx="100741" cy="571983"/>
            </a:xfrm>
            <a:custGeom>
              <a:avLst/>
              <a:gdLst/>
              <a:ahLst/>
              <a:cxnLst/>
              <a:rect l="l" t="t" r="r" b="b"/>
              <a:pathLst>
                <a:path w="1657" h="9408" extrusionOk="0">
                  <a:moveTo>
                    <a:pt x="814" y="0"/>
                  </a:moveTo>
                  <a:cubicBezTo>
                    <a:pt x="622" y="0"/>
                    <a:pt x="430" y="74"/>
                    <a:pt x="297" y="207"/>
                  </a:cubicBezTo>
                  <a:cubicBezTo>
                    <a:pt x="1" y="503"/>
                    <a:pt x="1" y="976"/>
                    <a:pt x="297" y="1257"/>
                  </a:cubicBezTo>
                  <a:cubicBezTo>
                    <a:pt x="415" y="1375"/>
                    <a:pt x="563" y="1449"/>
                    <a:pt x="711" y="1464"/>
                  </a:cubicBezTo>
                  <a:lnTo>
                    <a:pt x="711" y="7955"/>
                  </a:lnTo>
                  <a:cubicBezTo>
                    <a:pt x="578" y="7970"/>
                    <a:pt x="430" y="8044"/>
                    <a:pt x="326" y="8147"/>
                  </a:cubicBezTo>
                  <a:cubicBezTo>
                    <a:pt x="45" y="8443"/>
                    <a:pt x="45" y="8901"/>
                    <a:pt x="326" y="9197"/>
                  </a:cubicBezTo>
                  <a:cubicBezTo>
                    <a:pt x="467" y="9338"/>
                    <a:pt x="655" y="9408"/>
                    <a:pt x="846" y="9408"/>
                  </a:cubicBezTo>
                  <a:cubicBezTo>
                    <a:pt x="1036" y="9408"/>
                    <a:pt x="1228" y="9338"/>
                    <a:pt x="1376" y="9197"/>
                  </a:cubicBezTo>
                  <a:cubicBezTo>
                    <a:pt x="1657" y="8901"/>
                    <a:pt x="1657" y="8443"/>
                    <a:pt x="1376" y="8147"/>
                  </a:cubicBezTo>
                  <a:cubicBezTo>
                    <a:pt x="1243" y="8029"/>
                    <a:pt x="1095" y="7970"/>
                    <a:pt x="932" y="7940"/>
                  </a:cubicBezTo>
                  <a:lnTo>
                    <a:pt x="932" y="1464"/>
                  </a:lnTo>
                  <a:cubicBezTo>
                    <a:pt x="1080" y="1434"/>
                    <a:pt x="1228" y="1375"/>
                    <a:pt x="1332" y="1257"/>
                  </a:cubicBezTo>
                  <a:cubicBezTo>
                    <a:pt x="1627" y="976"/>
                    <a:pt x="1627" y="503"/>
                    <a:pt x="1332" y="207"/>
                  </a:cubicBezTo>
                  <a:cubicBezTo>
                    <a:pt x="1184" y="74"/>
                    <a:pt x="1006" y="0"/>
                    <a:pt x="81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 rot="-8100000" flipH="1">
              <a:off x="-486593" y="1823141"/>
              <a:ext cx="1666001" cy="2095349"/>
            </a:xfrm>
            <a:custGeom>
              <a:avLst/>
              <a:gdLst/>
              <a:ahLst/>
              <a:cxnLst/>
              <a:rect l="l" t="t" r="r" b="b"/>
              <a:pathLst>
                <a:path w="29145" h="36656" extrusionOk="0">
                  <a:moveTo>
                    <a:pt x="28390" y="1"/>
                  </a:moveTo>
                  <a:cubicBezTo>
                    <a:pt x="28006" y="1"/>
                    <a:pt x="27666" y="311"/>
                    <a:pt x="27651" y="711"/>
                  </a:cubicBezTo>
                  <a:cubicBezTo>
                    <a:pt x="27651" y="873"/>
                    <a:pt x="27695" y="1021"/>
                    <a:pt x="27784" y="1139"/>
                  </a:cubicBezTo>
                  <a:lnTo>
                    <a:pt x="26128" y="2810"/>
                  </a:lnTo>
                  <a:lnTo>
                    <a:pt x="26128" y="2855"/>
                  </a:lnTo>
                  <a:lnTo>
                    <a:pt x="26128" y="10721"/>
                  </a:lnTo>
                  <a:lnTo>
                    <a:pt x="21248" y="15600"/>
                  </a:lnTo>
                  <a:lnTo>
                    <a:pt x="15630" y="15600"/>
                  </a:lnTo>
                  <a:lnTo>
                    <a:pt x="7719" y="23511"/>
                  </a:lnTo>
                  <a:lnTo>
                    <a:pt x="7719" y="28908"/>
                  </a:lnTo>
                  <a:lnTo>
                    <a:pt x="1287" y="35355"/>
                  </a:lnTo>
                  <a:cubicBezTo>
                    <a:pt x="1145" y="35234"/>
                    <a:pt x="973" y="35175"/>
                    <a:pt x="802" y="35175"/>
                  </a:cubicBezTo>
                  <a:cubicBezTo>
                    <a:pt x="615" y="35175"/>
                    <a:pt x="428" y="35246"/>
                    <a:pt x="281" y="35384"/>
                  </a:cubicBezTo>
                  <a:cubicBezTo>
                    <a:pt x="1" y="35680"/>
                    <a:pt x="1" y="36153"/>
                    <a:pt x="281" y="36434"/>
                  </a:cubicBezTo>
                  <a:cubicBezTo>
                    <a:pt x="429" y="36582"/>
                    <a:pt x="618" y="36656"/>
                    <a:pt x="806" y="36656"/>
                  </a:cubicBezTo>
                  <a:cubicBezTo>
                    <a:pt x="995" y="36656"/>
                    <a:pt x="1183" y="36582"/>
                    <a:pt x="1331" y="36434"/>
                  </a:cubicBezTo>
                  <a:cubicBezTo>
                    <a:pt x="1583" y="36183"/>
                    <a:pt x="1612" y="35798"/>
                    <a:pt x="1435" y="35517"/>
                  </a:cubicBezTo>
                  <a:lnTo>
                    <a:pt x="7941" y="29011"/>
                  </a:lnTo>
                  <a:lnTo>
                    <a:pt x="7941" y="23614"/>
                  </a:lnTo>
                  <a:lnTo>
                    <a:pt x="15718" y="15822"/>
                  </a:lnTo>
                  <a:lnTo>
                    <a:pt x="21337" y="15822"/>
                  </a:lnTo>
                  <a:lnTo>
                    <a:pt x="26350" y="10824"/>
                  </a:lnTo>
                  <a:lnTo>
                    <a:pt x="26350" y="10765"/>
                  </a:lnTo>
                  <a:lnTo>
                    <a:pt x="26350" y="2899"/>
                  </a:lnTo>
                  <a:lnTo>
                    <a:pt x="27932" y="1302"/>
                  </a:lnTo>
                  <a:cubicBezTo>
                    <a:pt x="28050" y="1406"/>
                    <a:pt x="28198" y="1465"/>
                    <a:pt x="28360" y="1480"/>
                  </a:cubicBezTo>
                  <a:cubicBezTo>
                    <a:pt x="28370" y="1480"/>
                    <a:pt x="28379" y="1480"/>
                    <a:pt x="28388" y="1480"/>
                  </a:cubicBezTo>
                  <a:cubicBezTo>
                    <a:pt x="28789" y="1480"/>
                    <a:pt x="29115" y="1160"/>
                    <a:pt x="29129" y="770"/>
                  </a:cubicBezTo>
                  <a:cubicBezTo>
                    <a:pt x="29144" y="548"/>
                    <a:pt x="29055" y="356"/>
                    <a:pt x="28922" y="208"/>
                  </a:cubicBezTo>
                  <a:cubicBezTo>
                    <a:pt x="28789" y="90"/>
                    <a:pt x="28612" y="1"/>
                    <a:pt x="2842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rot="-8100000" flipH="1">
              <a:off x="62928" y="1755044"/>
              <a:ext cx="997429" cy="1132847"/>
            </a:xfrm>
            <a:custGeom>
              <a:avLst/>
              <a:gdLst/>
              <a:ahLst/>
              <a:cxnLst/>
              <a:rect l="l" t="t" r="r" b="b"/>
              <a:pathLst>
                <a:path w="17449" h="19818" extrusionOk="0">
                  <a:moveTo>
                    <a:pt x="16635" y="0"/>
                  </a:moveTo>
                  <a:cubicBezTo>
                    <a:pt x="16443" y="0"/>
                    <a:pt x="16251" y="74"/>
                    <a:pt x="16118" y="222"/>
                  </a:cubicBezTo>
                  <a:cubicBezTo>
                    <a:pt x="16014" y="311"/>
                    <a:pt x="15955" y="429"/>
                    <a:pt x="15925" y="548"/>
                  </a:cubicBezTo>
                  <a:lnTo>
                    <a:pt x="14003" y="548"/>
                  </a:lnTo>
                  <a:lnTo>
                    <a:pt x="8799" y="5767"/>
                  </a:lnTo>
                  <a:lnTo>
                    <a:pt x="8799" y="10972"/>
                  </a:lnTo>
                  <a:lnTo>
                    <a:pt x="1258" y="18513"/>
                  </a:lnTo>
                  <a:cubicBezTo>
                    <a:pt x="1125" y="18401"/>
                    <a:pt x="960" y="18346"/>
                    <a:pt x="795" y="18346"/>
                  </a:cubicBezTo>
                  <a:cubicBezTo>
                    <a:pt x="609" y="18346"/>
                    <a:pt x="423" y="18416"/>
                    <a:pt x="282" y="18557"/>
                  </a:cubicBezTo>
                  <a:cubicBezTo>
                    <a:pt x="1" y="18853"/>
                    <a:pt x="1" y="19311"/>
                    <a:pt x="282" y="19607"/>
                  </a:cubicBezTo>
                  <a:cubicBezTo>
                    <a:pt x="430" y="19747"/>
                    <a:pt x="618" y="19818"/>
                    <a:pt x="807" y="19818"/>
                  </a:cubicBezTo>
                  <a:cubicBezTo>
                    <a:pt x="995" y="19818"/>
                    <a:pt x="1184" y="19747"/>
                    <a:pt x="1331" y="19607"/>
                  </a:cubicBezTo>
                  <a:cubicBezTo>
                    <a:pt x="1583" y="19356"/>
                    <a:pt x="1612" y="18956"/>
                    <a:pt x="1420" y="18661"/>
                  </a:cubicBezTo>
                  <a:lnTo>
                    <a:pt x="9020" y="11061"/>
                  </a:lnTo>
                  <a:lnTo>
                    <a:pt x="9020" y="5856"/>
                  </a:lnTo>
                  <a:lnTo>
                    <a:pt x="14092" y="769"/>
                  </a:lnTo>
                  <a:lnTo>
                    <a:pt x="15896" y="769"/>
                  </a:lnTo>
                  <a:cubicBezTo>
                    <a:pt x="15911" y="947"/>
                    <a:pt x="15970" y="1124"/>
                    <a:pt x="16118" y="1257"/>
                  </a:cubicBezTo>
                  <a:cubicBezTo>
                    <a:pt x="16258" y="1405"/>
                    <a:pt x="16447" y="1479"/>
                    <a:pt x="16635" y="1479"/>
                  </a:cubicBezTo>
                  <a:cubicBezTo>
                    <a:pt x="16824" y="1479"/>
                    <a:pt x="17012" y="1405"/>
                    <a:pt x="17153" y="1257"/>
                  </a:cubicBezTo>
                  <a:cubicBezTo>
                    <a:pt x="17448" y="976"/>
                    <a:pt x="17448" y="503"/>
                    <a:pt x="17153" y="222"/>
                  </a:cubicBezTo>
                  <a:cubicBezTo>
                    <a:pt x="17005" y="74"/>
                    <a:pt x="16827" y="0"/>
                    <a:pt x="1663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 rot="-8100000" flipH="1">
              <a:off x="-667764" y="1853946"/>
              <a:ext cx="1704014" cy="1955244"/>
            </a:xfrm>
            <a:custGeom>
              <a:avLst/>
              <a:gdLst/>
              <a:ahLst/>
              <a:cxnLst/>
              <a:rect l="l" t="t" r="r" b="b"/>
              <a:pathLst>
                <a:path w="29810" h="34205" extrusionOk="0">
                  <a:moveTo>
                    <a:pt x="29070" y="0"/>
                  </a:moveTo>
                  <a:cubicBezTo>
                    <a:pt x="28878" y="0"/>
                    <a:pt x="28700" y="74"/>
                    <a:pt x="28567" y="192"/>
                  </a:cubicBezTo>
                  <a:cubicBezTo>
                    <a:pt x="28419" y="325"/>
                    <a:pt x="28331" y="518"/>
                    <a:pt x="28331" y="710"/>
                  </a:cubicBezTo>
                  <a:cubicBezTo>
                    <a:pt x="28316" y="873"/>
                    <a:pt x="28375" y="1035"/>
                    <a:pt x="28479" y="1168"/>
                  </a:cubicBezTo>
                  <a:lnTo>
                    <a:pt x="26364" y="3283"/>
                  </a:lnTo>
                  <a:lnTo>
                    <a:pt x="26364" y="3327"/>
                  </a:lnTo>
                  <a:lnTo>
                    <a:pt x="26364" y="11031"/>
                  </a:lnTo>
                  <a:lnTo>
                    <a:pt x="23939" y="13456"/>
                  </a:lnTo>
                  <a:lnTo>
                    <a:pt x="18616" y="13456"/>
                  </a:lnTo>
                  <a:lnTo>
                    <a:pt x="13796" y="18261"/>
                  </a:lnTo>
                  <a:lnTo>
                    <a:pt x="10853" y="21144"/>
                  </a:lnTo>
                  <a:lnTo>
                    <a:pt x="8074" y="21144"/>
                  </a:lnTo>
                  <a:lnTo>
                    <a:pt x="5146" y="24057"/>
                  </a:lnTo>
                  <a:lnTo>
                    <a:pt x="5146" y="28892"/>
                  </a:lnTo>
                  <a:lnTo>
                    <a:pt x="1198" y="32840"/>
                  </a:lnTo>
                  <a:cubicBezTo>
                    <a:pt x="1079" y="32765"/>
                    <a:pt x="942" y="32727"/>
                    <a:pt x="805" y="32727"/>
                  </a:cubicBezTo>
                  <a:cubicBezTo>
                    <a:pt x="616" y="32727"/>
                    <a:pt x="427" y="32799"/>
                    <a:pt x="281" y="32944"/>
                  </a:cubicBezTo>
                  <a:cubicBezTo>
                    <a:pt x="0" y="33240"/>
                    <a:pt x="0" y="33698"/>
                    <a:pt x="281" y="33994"/>
                  </a:cubicBezTo>
                  <a:cubicBezTo>
                    <a:pt x="429" y="34134"/>
                    <a:pt x="618" y="34204"/>
                    <a:pt x="806" y="34204"/>
                  </a:cubicBezTo>
                  <a:cubicBezTo>
                    <a:pt x="995" y="34204"/>
                    <a:pt x="1183" y="34134"/>
                    <a:pt x="1331" y="33994"/>
                  </a:cubicBezTo>
                  <a:cubicBezTo>
                    <a:pt x="1597" y="33713"/>
                    <a:pt x="1612" y="33284"/>
                    <a:pt x="1361" y="32988"/>
                  </a:cubicBezTo>
                  <a:lnTo>
                    <a:pt x="5368" y="28996"/>
                  </a:lnTo>
                  <a:lnTo>
                    <a:pt x="5368" y="24146"/>
                  </a:lnTo>
                  <a:lnTo>
                    <a:pt x="8162" y="21366"/>
                  </a:lnTo>
                  <a:lnTo>
                    <a:pt x="10942" y="21366"/>
                  </a:lnTo>
                  <a:lnTo>
                    <a:pt x="10987" y="21337"/>
                  </a:lnTo>
                  <a:lnTo>
                    <a:pt x="13959" y="18424"/>
                  </a:lnTo>
                  <a:lnTo>
                    <a:pt x="18705" y="13677"/>
                  </a:lnTo>
                  <a:lnTo>
                    <a:pt x="24028" y="13677"/>
                  </a:lnTo>
                  <a:lnTo>
                    <a:pt x="26586" y="11134"/>
                  </a:lnTo>
                  <a:lnTo>
                    <a:pt x="26586" y="11075"/>
                  </a:lnTo>
                  <a:lnTo>
                    <a:pt x="26586" y="3371"/>
                  </a:lnTo>
                  <a:lnTo>
                    <a:pt x="28626" y="1331"/>
                  </a:lnTo>
                  <a:cubicBezTo>
                    <a:pt x="28745" y="1420"/>
                    <a:pt x="28893" y="1464"/>
                    <a:pt x="29040" y="1479"/>
                  </a:cubicBezTo>
                  <a:cubicBezTo>
                    <a:pt x="29233" y="1479"/>
                    <a:pt x="29425" y="1420"/>
                    <a:pt x="29573" y="1287"/>
                  </a:cubicBezTo>
                  <a:cubicBezTo>
                    <a:pt x="29706" y="1139"/>
                    <a:pt x="29795" y="961"/>
                    <a:pt x="29809" y="769"/>
                  </a:cubicBezTo>
                  <a:cubicBezTo>
                    <a:pt x="29809" y="562"/>
                    <a:pt x="29735" y="385"/>
                    <a:pt x="29602" y="237"/>
                  </a:cubicBezTo>
                  <a:cubicBezTo>
                    <a:pt x="29602" y="222"/>
                    <a:pt x="29588" y="222"/>
                    <a:pt x="29588" y="207"/>
                  </a:cubicBezTo>
                  <a:cubicBezTo>
                    <a:pt x="29454" y="89"/>
                    <a:pt x="29277" y="0"/>
                    <a:pt x="2910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6"/>
          <p:cNvSpPr/>
          <p:nvPr/>
        </p:nvSpPr>
        <p:spPr>
          <a:xfrm>
            <a:off x="3669900" y="4608500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8082450" y="-656675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/>
          <p:nvPr/>
        </p:nvSpPr>
        <p:spPr>
          <a:xfrm flipH="1">
            <a:off x="197188" y="1582824"/>
            <a:ext cx="335359" cy="901749"/>
          </a:xfrm>
          <a:custGeom>
            <a:avLst/>
            <a:gdLst/>
            <a:ahLst/>
            <a:cxnLst/>
            <a:rect l="l" t="t" r="r" b="b"/>
            <a:pathLst>
              <a:path w="5516" h="14832" extrusionOk="0">
                <a:moveTo>
                  <a:pt x="2676" y="1"/>
                </a:moveTo>
                <a:cubicBezTo>
                  <a:pt x="2484" y="1"/>
                  <a:pt x="2307" y="164"/>
                  <a:pt x="2307" y="371"/>
                </a:cubicBezTo>
                <a:cubicBezTo>
                  <a:pt x="2307" y="563"/>
                  <a:pt x="2484" y="740"/>
                  <a:pt x="2676" y="740"/>
                </a:cubicBezTo>
                <a:cubicBezTo>
                  <a:pt x="2780" y="740"/>
                  <a:pt x="2869" y="696"/>
                  <a:pt x="2928" y="637"/>
                </a:cubicBezTo>
                <a:lnTo>
                  <a:pt x="5294" y="3003"/>
                </a:lnTo>
                <a:lnTo>
                  <a:pt x="5294" y="11904"/>
                </a:lnTo>
                <a:lnTo>
                  <a:pt x="2676" y="14521"/>
                </a:lnTo>
                <a:lnTo>
                  <a:pt x="488" y="12347"/>
                </a:lnTo>
                <a:lnTo>
                  <a:pt x="488" y="3180"/>
                </a:lnTo>
                <a:cubicBezTo>
                  <a:pt x="636" y="3136"/>
                  <a:pt x="739" y="3003"/>
                  <a:pt x="739" y="2840"/>
                </a:cubicBezTo>
                <a:cubicBezTo>
                  <a:pt x="739" y="2633"/>
                  <a:pt x="562" y="2470"/>
                  <a:pt x="370" y="2470"/>
                </a:cubicBezTo>
                <a:cubicBezTo>
                  <a:pt x="163" y="2470"/>
                  <a:pt x="0" y="2633"/>
                  <a:pt x="0" y="2840"/>
                </a:cubicBezTo>
                <a:cubicBezTo>
                  <a:pt x="0" y="3003"/>
                  <a:pt x="104" y="3150"/>
                  <a:pt x="266" y="3195"/>
                </a:cubicBezTo>
                <a:lnTo>
                  <a:pt x="266" y="12392"/>
                </a:lnTo>
                <a:lnTo>
                  <a:pt x="266" y="12436"/>
                </a:lnTo>
                <a:lnTo>
                  <a:pt x="2676" y="14832"/>
                </a:lnTo>
                <a:lnTo>
                  <a:pt x="5515" y="11993"/>
                </a:lnTo>
                <a:lnTo>
                  <a:pt x="5515" y="2958"/>
                </a:lnTo>
                <a:lnTo>
                  <a:pt x="5515" y="2899"/>
                </a:lnTo>
                <a:lnTo>
                  <a:pt x="3046" y="445"/>
                </a:lnTo>
                <a:cubicBezTo>
                  <a:pt x="3046" y="415"/>
                  <a:pt x="3046" y="385"/>
                  <a:pt x="3046" y="371"/>
                </a:cubicBezTo>
                <a:cubicBezTo>
                  <a:pt x="3046" y="164"/>
                  <a:pt x="2883" y="1"/>
                  <a:pt x="2676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 flipH="1">
            <a:off x="307781" y="1797677"/>
            <a:ext cx="100741" cy="572044"/>
          </a:xfrm>
          <a:custGeom>
            <a:avLst/>
            <a:gdLst/>
            <a:ahLst/>
            <a:cxnLst/>
            <a:rect l="l" t="t" r="r" b="b"/>
            <a:pathLst>
              <a:path w="1657" h="9409" extrusionOk="0">
                <a:moveTo>
                  <a:pt x="799" y="1"/>
                </a:moveTo>
                <a:cubicBezTo>
                  <a:pt x="622" y="1"/>
                  <a:pt x="429" y="75"/>
                  <a:pt x="282" y="208"/>
                </a:cubicBezTo>
                <a:cubicBezTo>
                  <a:pt x="1" y="504"/>
                  <a:pt x="1" y="977"/>
                  <a:pt x="282" y="1258"/>
                </a:cubicBezTo>
                <a:cubicBezTo>
                  <a:pt x="400" y="1376"/>
                  <a:pt x="563" y="1450"/>
                  <a:pt x="710" y="1465"/>
                </a:cubicBezTo>
                <a:lnTo>
                  <a:pt x="710" y="7941"/>
                </a:lnTo>
                <a:cubicBezTo>
                  <a:pt x="577" y="7971"/>
                  <a:pt x="429" y="8045"/>
                  <a:pt x="326" y="8148"/>
                </a:cubicBezTo>
                <a:cubicBezTo>
                  <a:pt x="30" y="8444"/>
                  <a:pt x="30" y="8902"/>
                  <a:pt x="326" y="9198"/>
                </a:cubicBezTo>
                <a:cubicBezTo>
                  <a:pt x="466" y="9338"/>
                  <a:pt x="655" y="9409"/>
                  <a:pt x="843" y="9409"/>
                </a:cubicBezTo>
                <a:cubicBezTo>
                  <a:pt x="1032" y="9409"/>
                  <a:pt x="1220" y="9338"/>
                  <a:pt x="1361" y="9198"/>
                </a:cubicBezTo>
                <a:cubicBezTo>
                  <a:pt x="1657" y="8902"/>
                  <a:pt x="1657" y="8444"/>
                  <a:pt x="1361" y="8148"/>
                </a:cubicBezTo>
                <a:cubicBezTo>
                  <a:pt x="1243" y="8030"/>
                  <a:pt x="1095" y="7971"/>
                  <a:pt x="932" y="7941"/>
                </a:cubicBezTo>
                <a:lnTo>
                  <a:pt x="932" y="1465"/>
                </a:lnTo>
                <a:cubicBezTo>
                  <a:pt x="1080" y="1435"/>
                  <a:pt x="1213" y="1376"/>
                  <a:pt x="1331" y="1258"/>
                </a:cubicBezTo>
                <a:cubicBezTo>
                  <a:pt x="1612" y="977"/>
                  <a:pt x="1612" y="504"/>
                  <a:pt x="1331" y="208"/>
                </a:cubicBezTo>
                <a:cubicBezTo>
                  <a:pt x="1184" y="75"/>
                  <a:pt x="991" y="1"/>
                  <a:pt x="799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 flipH="1">
            <a:off x="190472" y="2484564"/>
            <a:ext cx="335359" cy="902600"/>
          </a:xfrm>
          <a:custGeom>
            <a:avLst/>
            <a:gdLst/>
            <a:ahLst/>
            <a:cxnLst/>
            <a:rect l="l" t="t" r="r" b="b"/>
            <a:pathLst>
              <a:path w="5516" h="14846" extrusionOk="0">
                <a:moveTo>
                  <a:pt x="2839" y="0"/>
                </a:moveTo>
                <a:lnTo>
                  <a:pt x="0" y="2839"/>
                </a:lnTo>
                <a:lnTo>
                  <a:pt x="0" y="11889"/>
                </a:lnTo>
                <a:lnTo>
                  <a:pt x="0" y="11933"/>
                </a:lnTo>
                <a:lnTo>
                  <a:pt x="2470" y="14387"/>
                </a:lnTo>
                <a:cubicBezTo>
                  <a:pt x="2455" y="14417"/>
                  <a:pt x="2455" y="14447"/>
                  <a:pt x="2455" y="14476"/>
                </a:cubicBezTo>
                <a:cubicBezTo>
                  <a:pt x="2455" y="14683"/>
                  <a:pt x="2632" y="14846"/>
                  <a:pt x="2824" y="14846"/>
                </a:cubicBezTo>
                <a:cubicBezTo>
                  <a:pt x="3031" y="14846"/>
                  <a:pt x="3194" y="14683"/>
                  <a:pt x="3194" y="14476"/>
                </a:cubicBezTo>
                <a:cubicBezTo>
                  <a:pt x="3194" y="14269"/>
                  <a:pt x="3031" y="14106"/>
                  <a:pt x="2824" y="14106"/>
                </a:cubicBezTo>
                <a:cubicBezTo>
                  <a:pt x="2736" y="14106"/>
                  <a:pt x="2647" y="14136"/>
                  <a:pt x="2588" y="14195"/>
                </a:cubicBezTo>
                <a:lnTo>
                  <a:pt x="222" y="11844"/>
                </a:lnTo>
                <a:lnTo>
                  <a:pt x="222" y="2928"/>
                </a:lnTo>
                <a:lnTo>
                  <a:pt x="2839" y="311"/>
                </a:lnTo>
                <a:lnTo>
                  <a:pt x="5028" y="2499"/>
                </a:lnTo>
                <a:lnTo>
                  <a:pt x="5028" y="11652"/>
                </a:lnTo>
                <a:cubicBezTo>
                  <a:pt x="4880" y="11711"/>
                  <a:pt x="4776" y="11844"/>
                  <a:pt x="4776" y="12007"/>
                </a:cubicBezTo>
                <a:cubicBezTo>
                  <a:pt x="4776" y="12214"/>
                  <a:pt x="4939" y="12376"/>
                  <a:pt x="5146" y="12376"/>
                </a:cubicBezTo>
                <a:cubicBezTo>
                  <a:pt x="5353" y="12376"/>
                  <a:pt x="5515" y="12214"/>
                  <a:pt x="5515" y="12007"/>
                </a:cubicBezTo>
                <a:cubicBezTo>
                  <a:pt x="5515" y="11829"/>
                  <a:pt x="5397" y="11682"/>
                  <a:pt x="5249" y="11652"/>
                </a:cubicBezTo>
                <a:lnTo>
                  <a:pt x="5249" y="2455"/>
                </a:lnTo>
                <a:lnTo>
                  <a:pt x="5249" y="2396"/>
                </a:lnTo>
                <a:lnTo>
                  <a:pt x="2839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/>
          <p:nvPr/>
        </p:nvSpPr>
        <p:spPr>
          <a:xfrm flipH="1">
            <a:off x="314562" y="2599651"/>
            <a:ext cx="100741" cy="571983"/>
          </a:xfrm>
          <a:custGeom>
            <a:avLst/>
            <a:gdLst/>
            <a:ahLst/>
            <a:cxnLst/>
            <a:rect l="l" t="t" r="r" b="b"/>
            <a:pathLst>
              <a:path w="1657" h="9408" extrusionOk="0">
                <a:moveTo>
                  <a:pt x="814" y="0"/>
                </a:moveTo>
                <a:cubicBezTo>
                  <a:pt x="622" y="0"/>
                  <a:pt x="430" y="74"/>
                  <a:pt x="297" y="207"/>
                </a:cubicBezTo>
                <a:cubicBezTo>
                  <a:pt x="1" y="503"/>
                  <a:pt x="1" y="976"/>
                  <a:pt x="297" y="1257"/>
                </a:cubicBezTo>
                <a:cubicBezTo>
                  <a:pt x="415" y="1375"/>
                  <a:pt x="563" y="1449"/>
                  <a:pt x="711" y="1464"/>
                </a:cubicBezTo>
                <a:lnTo>
                  <a:pt x="711" y="7955"/>
                </a:lnTo>
                <a:cubicBezTo>
                  <a:pt x="578" y="7970"/>
                  <a:pt x="430" y="8044"/>
                  <a:pt x="326" y="8147"/>
                </a:cubicBezTo>
                <a:cubicBezTo>
                  <a:pt x="45" y="8443"/>
                  <a:pt x="45" y="8901"/>
                  <a:pt x="326" y="9197"/>
                </a:cubicBezTo>
                <a:cubicBezTo>
                  <a:pt x="467" y="9338"/>
                  <a:pt x="655" y="9408"/>
                  <a:pt x="846" y="9408"/>
                </a:cubicBezTo>
                <a:cubicBezTo>
                  <a:pt x="1036" y="9408"/>
                  <a:pt x="1228" y="9338"/>
                  <a:pt x="1376" y="9197"/>
                </a:cubicBezTo>
                <a:cubicBezTo>
                  <a:pt x="1657" y="8901"/>
                  <a:pt x="1657" y="8443"/>
                  <a:pt x="1376" y="8147"/>
                </a:cubicBezTo>
                <a:cubicBezTo>
                  <a:pt x="1243" y="8029"/>
                  <a:pt x="1095" y="7970"/>
                  <a:pt x="932" y="7940"/>
                </a:cubicBezTo>
                <a:lnTo>
                  <a:pt x="932" y="1464"/>
                </a:lnTo>
                <a:cubicBezTo>
                  <a:pt x="1080" y="1434"/>
                  <a:pt x="1228" y="1375"/>
                  <a:pt x="1332" y="1257"/>
                </a:cubicBezTo>
                <a:cubicBezTo>
                  <a:pt x="1627" y="976"/>
                  <a:pt x="1627" y="503"/>
                  <a:pt x="1332" y="207"/>
                </a:cubicBezTo>
                <a:cubicBezTo>
                  <a:pt x="1184" y="74"/>
                  <a:pt x="1006" y="0"/>
                  <a:pt x="814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 flipH="1">
            <a:off x="193825" y="3850336"/>
            <a:ext cx="335359" cy="901749"/>
          </a:xfrm>
          <a:custGeom>
            <a:avLst/>
            <a:gdLst/>
            <a:ahLst/>
            <a:cxnLst/>
            <a:rect l="l" t="t" r="r" b="b"/>
            <a:pathLst>
              <a:path w="5516" h="14832" extrusionOk="0">
                <a:moveTo>
                  <a:pt x="2676" y="1"/>
                </a:moveTo>
                <a:cubicBezTo>
                  <a:pt x="2484" y="1"/>
                  <a:pt x="2307" y="164"/>
                  <a:pt x="2307" y="371"/>
                </a:cubicBezTo>
                <a:cubicBezTo>
                  <a:pt x="2307" y="563"/>
                  <a:pt x="2484" y="740"/>
                  <a:pt x="2676" y="740"/>
                </a:cubicBezTo>
                <a:cubicBezTo>
                  <a:pt x="2780" y="740"/>
                  <a:pt x="2869" y="696"/>
                  <a:pt x="2928" y="637"/>
                </a:cubicBezTo>
                <a:lnTo>
                  <a:pt x="5294" y="3003"/>
                </a:lnTo>
                <a:lnTo>
                  <a:pt x="5294" y="11904"/>
                </a:lnTo>
                <a:lnTo>
                  <a:pt x="2676" y="14521"/>
                </a:lnTo>
                <a:lnTo>
                  <a:pt x="488" y="12347"/>
                </a:lnTo>
                <a:lnTo>
                  <a:pt x="488" y="3180"/>
                </a:lnTo>
                <a:cubicBezTo>
                  <a:pt x="636" y="3136"/>
                  <a:pt x="739" y="3003"/>
                  <a:pt x="739" y="2840"/>
                </a:cubicBezTo>
                <a:cubicBezTo>
                  <a:pt x="739" y="2633"/>
                  <a:pt x="562" y="2470"/>
                  <a:pt x="370" y="2470"/>
                </a:cubicBezTo>
                <a:cubicBezTo>
                  <a:pt x="163" y="2470"/>
                  <a:pt x="0" y="2633"/>
                  <a:pt x="0" y="2840"/>
                </a:cubicBezTo>
                <a:cubicBezTo>
                  <a:pt x="0" y="3003"/>
                  <a:pt x="104" y="3150"/>
                  <a:pt x="266" y="3195"/>
                </a:cubicBezTo>
                <a:lnTo>
                  <a:pt x="266" y="12392"/>
                </a:lnTo>
                <a:lnTo>
                  <a:pt x="266" y="12436"/>
                </a:lnTo>
                <a:lnTo>
                  <a:pt x="2676" y="14832"/>
                </a:lnTo>
                <a:lnTo>
                  <a:pt x="5515" y="11993"/>
                </a:lnTo>
                <a:lnTo>
                  <a:pt x="5515" y="2958"/>
                </a:lnTo>
                <a:lnTo>
                  <a:pt x="5515" y="2899"/>
                </a:lnTo>
                <a:lnTo>
                  <a:pt x="3046" y="445"/>
                </a:lnTo>
                <a:cubicBezTo>
                  <a:pt x="3046" y="415"/>
                  <a:pt x="3046" y="385"/>
                  <a:pt x="3046" y="371"/>
                </a:cubicBezTo>
                <a:cubicBezTo>
                  <a:pt x="3046" y="164"/>
                  <a:pt x="2883" y="1"/>
                  <a:pt x="2676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/>
          <p:nvPr/>
        </p:nvSpPr>
        <p:spPr>
          <a:xfrm flipH="1">
            <a:off x="187109" y="4752076"/>
            <a:ext cx="335359" cy="902600"/>
          </a:xfrm>
          <a:custGeom>
            <a:avLst/>
            <a:gdLst/>
            <a:ahLst/>
            <a:cxnLst/>
            <a:rect l="l" t="t" r="r" b="b"/>
            <a:pathLst>
              <a:path w="5516" h="14846" extrusionOk="0">
                <a:moveTo>
                  <a:pt x="2839" y="0"/>
                </a:moveTo>
                <a:lnTo>
                  <a:pt x="0" y="2839"/>
                </a:lnTo>
                <a:lnTo>
                  <a:pt x="0" y="11889"/>
                </a:lnTo>
                <a:lnTo>
                  <a:pt x="0" y="11933"/>
                </a:lnTo>
                <a:lnTo>
                  <a:pt x="2470" y="14387"/>
                </a:lnTo>
                <a:cubicBezTo>
                  <a:pt x="2455" y="14417"/>
                  <a:pt x="2455" y="14447"/>
                  <a:pt x="2455" y="14476"/>
                </a:cubicBezTo>
                <a:cubicBezTo>
                  <a:pt x="2455" y="14683"/>
                  <a:pt x="2632" y="14846"/>
                  <a:pt x="2824" y="14846"/>
                </a:cubicBezTo>
                <a:cubicBezTo>
                  <a:pt x="3031" y="14846"/>
                  <a:pt x="3194" y="14683"/>
                  <a:pt x="3194" y="14476"/>
                </a:cubicBezTo>
                <a:cubicBezTo>
                  <a:pt x="3194" y="14269"/>
                  <a:pt x="3031" y="14106"/>
                  <a:pt x="2824" y="14106"/>
                </a:cubicBezTo>
                <a:cubicBezTo>
                  <a:pt x="2736" y="14106"/>
                  <a:pt x="2647" y="14136"/>
                  <a:pt x="2588" y="14195"/>
                </a:cubicBezTo>
                <a:lnTo>
                  <a:pt x="222" y="11844"/>
                </a:lnTo>
                <a:lnTo>
                  <a:pt x="222" y="2928"/>
                </a:lnTo>
                <a:lnTo>
                  <a:pt x="2839" y="311"/>
                </a:lnTo>
                <a:lnTo>
                  <a:pt x="5028" y="2499"/>
                </a:lnTo>
                <a:lnTo>
                  <a:pt x="5028" y="11652"/>
                </a:lnTo>
                <a:cubicBezTo>
                  <a:pt x="4880" y="11711"/>
                  <a:pt x="4776" y="11844"/>
                  <a:pt x="4776" y="12007"/>
                </a:cubicBezTo>
                <a:cubicBezTo>
                  <a:pt x="4776" y="12214"/>
                  <a:pt x="4939" y="12376"/>
                  <a:pt x="5146" y="12376"/>
                </a:cubicBezTo>
                <a:cubicBezTo>
                  <a:pt x="5353" y="12376"/>
                  <a:pt x="5515" y="12214"/>
                  <a:pt x="5515" y="12007"/>
                </a:cubicBezTo>
                <a:cubicBezTo>
                  <a:pt x="5515" y="11829"/>
                  <a:pt x="5397" y="11682"/>
                  <a:pt x="5249" y="11652"/>
                </a:cubicBezTo>
                <a:lnTo>
                  <a:pt x="5249" y="2455"/>
                </a:lnTo>
                <a:lnTo>
                  <a:pt x="5249" y="2396"/>
                </a:lnTo>
                <a:lnTo>
                  <a:pt x="2839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 flipH="1">
            <a:off x="304425" y="547688"/>
            <a:ext cx="100741" cy="571983"/>
          </a:xfrm>
          <a:custGeom>
            <a:avLst/>
            <a:gdLst/>
            <a:ahLst/>
            <a:cxnLst/>
            <a:rect l="l" t="t" r="r" b="b"/>
            <a:pathLst>
              <a:path w="1657" h="9408" extrusionOk="0">
                <a:moveTo>
                  <a:pt x="814" y="0"/>
                </a:moveTo>
                <a:cubicBezTo>
                  <a:pt x="622" y="0"/>
                  <a:pt x="430" y="74"/>
                  <a:pt x="297" y="207"/>
                </a:cubicBezTo>
                <a:cubicBezTo>
                  <a:pt x="1" y="503"/>
                  <a:pt x="1" y="976"/>
                  <a:pt x="297" y="1257"/>
                </a:cubicBezTo>
                <a:cubicBezTo>
                  <a:pt x="415" y="1375"/>
                  <a:pt x="563" y="1449"/>
                  <a:pt x="711" y="1464"/>
                </a:cubicBezTo>
                <a:lnTo>
                  <a:pt x="711" y="7955"/>
                </a:lnTo>
                <a:cubicBezTo>
                  <a:pt x="578" y="7970"/>
                  <a:pt x="430" y="8044"/>
                  <a:pt x="326" y="8147"/>
                </a:cubicBezTo>
                <a:cubicBezTo>
                  <a:pt x="45" y="8443"/>
                  <a:pt x="45" y="8901"/>
                  <a:pt x="326" y="9197"/>
                </a:cubicBezTo>
                <a:cubicBezTo>
                  <a:pt x="467" y="9338"/>
                  <a:pt x="655" y="9408"/>
                  <a:pt x="846" y="9408"/>
                </a:cubicBezTo>
                <a:cubicBezTo>
                  <a:pt x="1036" y="9408"/>
                  <a:pt x="1228" y="9338"/>
                  <a:pt x="1376" y="9197"/>
                </a:cubicBezTo>
                <a:cubicBezTo>
                  <a:pt x="1657" y="8901"/>
                  <a:pt x="1657" y="8443"/>
                  <a:pt x="1376" y="8147"/>
                </a:cubicBezTo>
                <a:cubicBezTo>
                  <a:pt x="1243" y="8029"/>
                  <a:pt x="1095" y="7970"/>
                  <a:pt x="932" y="7940"/>
                </a:cubicBezTo>
                <a:lnTo>
                  <a:pt x="932" y="1464"/>
                </a:lnTo>
                <a:cubicBezTo>
                  <a:pt x="1080" y="1434"/>
                  <a:pt x="1228" y="1375"/>
                  <a:pt x="1332" y="1257"/>
                </a:cubicBezTo>
                <a:cubicBezTo>
                  <a:pt x="1627" y="976"/>
                  <a:pt x="1627" y="503"/>
                  <a:pt x="1332" y="207"/>
                </a:cubicBezTo>
                <a:cubicBezTo>
                  <a:pt x="1184" y="74"/>
                  <a:pt x="1006" y="0"/>
                  <a:pt x="814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9"/>
          <p:cNvGrpSpPr/>
          <p:nvPr/>
        </p:nvGrpSpPr>
        <p:grpSpPr>
          <a:xfrm>
            <a:off x="6638688" y="1317128"/>
            <a:ext cx="3810271" cy="5096351"/>
            <a:chOff x="6638688" y="1317128"/>
            <a:chExt cx="3810271" cy="5096351"/>
          </a:xfrm>
        </p:grpSpPr>
        <p:sp>
          <p:nvSpPr>
            <p:cNvPr id="94" name="Google Shape;94;p9"/>
            <p:cNvSpPr/>
            <p:nvPr/>
          </p:nvSpPr>
          <p:spPr>
            <a:xfrm rot="10800000">
              <a:off x="9032937" y="1317128"/>
              <a:ext cx="452268" cy="441242"/>
            </a:xfrm>
            <a:custGeom>
              <a:avLst/>
              <a:gdLst/>
              <a:ahLst/>
              <a:cxnLst/>
              <a:rect l="l" t="t" r="r" b="b"/>
              <a:pathLst>
                <a:path w="6522" h="6363" extrusionOk="0">
                  <a:moveTo>
                    <a:pt x="5782" y="1"/>
                  </a:moveTo>
                  <a:cubicBezTo>
                    <a:pt x="5590" y="1"/>
                    <a:pt x="5413" y="75"/>
                    <a:pt x="5279" y="208"/>
                  </a:cubicBezTo>
                  <a:cubicBezTo>
                    <a:pt x="5132" y="341"/>
                    <a:pt x="5043" y="518"/>
                    <a:pt x="5043" y="711"/>
                  </a:cubicBezTo>
                  <a:cubicBezTo>
                    <a:pt x="5028" y="873"/>
                    <a:pt x="5072" y="1021"/>
                    <a:pt x="5161" y="1139"/>
                  </a:cubicBezTo>
                  <a:lnTo>
                    <a:pt x="1258" y="5043"/>
                  </a:lnTo>
                  <a:cubicBezTo>
                    <a:pt x="1121" y="4940"/>
                    <a:pt x="959" y="4888"/>
                    <a:pt x="798" y="4888"/>
                  </a:cubicBezTo>
                  <a:cubicBezTo>
                    <a:pt x="611" y="4888"/>
                    <a:pt x="425" y="4959"/>
                    <a:pt x="282" y="5102"/>
                  </a:cubicBezTo>
                  <a:cubicBezTo>
                    <a:pt x="1" y="5398"/>
                    <a:pt x="1" y="5871"/>
                    <a:pt x="282" y="6152"/>
                  </a:cubicBezTo>
                  <a:cubicBezTo>
                    <a:pt x="430" y="6292"/>
                    <a:pt x="618" y="6363"/>
                    <a:pt x="807" y="6363"/>
                  </a:cubicBezTo>
                  <a:cubicBezTo>
                    <a:pt x="995" y="6363"/>
                    <a:pt x="1184" y="6292"/>
                    <a:pt x="1332" y="6152"/>
                  </a:cubicBezTo>
                  <a:cubicBezTo>
                    <a:pt x="1583" y="5900"/>
                    <a:pt x="1613" y="5486"/>
                    <a:pt x="1406" y="5206"/>
                  </a:cubicBezTo>
                  <a:lnTo>
                    <a:pt x="5309" y="1302"/>
                  </a:lnTo>
                  <a:cubicBezTo>
                    <a:pt x="5427" y="1405"/>
                    <a:pt x="5575" y="1479"/>
                    <a:pt x="5753" y="1479"/>
                  </a:cubicBezTo>
                  <a:cubicBezTo>
                    <a:pt x="5769" y="1481"/>
                    <a:pt x="5785" y="1481"/>
                    <a:pt x="5801" y="1481"/>
                  </a:cubicBezTo>
                  <a:cubicBezTo>
                    <a:pt x="5977" y="1481"/>
                    <a:pt x="6150" y="1409"/>
                    <a:pt x="6285" y="1287"/>
                  </a:cubicBezTo>
                  <a:cubicBezTo>
                    <a:pt x="6418" y="1154"/>
                    <a:pt x="6507" y="977"/>
                    <a:pt x="6522" y="770"/>
                  </a:cubicBezTo>
                  <a:cubicBezTo>
                    <a:pt x="6522" y="577"/>
                    <a:pt x="6448" y="385"/>
                    <a:pt x="6315" y="237"/>
                  </a:cubicBezTo>
                  <a:cubicBezTo>
                    <a:pt x="6315" y="237"/>
                    <a:pt x="6300" y="223"/>
                    <a:pt x="6300" y="223"/>
                  </a:cubicBezTo>
                  <a:cubicBezTo>
                    <a:pt x="6167" y="89"/>
                    <a:pt x="5989" y="16"/>
                    <a:pt x="581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" name="Google Shape;95;p9"/>
            <p:cNvGrpSpPr/>
            <p:nvPr/>
          </p:nvGrpSpPr>
          <p:grpSpPr>
            <a:xfrm>
              <a:off x="6638688" y="1813567"/>
              <a:ext cx="3810271" cy="4599912"/>
              <a:chOff x="6638688" y="1813567"/>
              <a:chExt cx="3810271" cy="4599912"/>
            </a:xfrm>
          </p:grpSpPr>
          <p:grpSp>
            <p:nvGrpSpPr>
              <p:cNvPr id="96" name="Google Shape;96;p9"/>
              <p:cNvGrpSpPr/>
              <p:nvPr/>
            </p:nvGrpSpPr>
            <p:grpSpPr>
              <a:xfrm rot="2700000">
                <a:off x="7018175" y="3868443"/>
                <a:ext cx="2303575" cy="2027523"/>
                <a:chOff x="715100" y="1571201"/>
                <a:chExt cx="2303597" cy="2027543"/>
              </a:xfrm>
            </p:grpSpPr>
            <p:sp>
              <p:nvSpPr>
                <p:cNvPr id="97" name="Google Shape;97;p9"/>
                <p:cNvSpPr/>
                <p:nvPr/>
              </p:nvSpPr>
              <p:spPr>
                <a:xfrm>
                  <a:off x="715100" y="1571201"/>
                  <a:ext cx="2303597" cy="2027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45" h="28997" extrusionOk="0">
                      <a:moveTo>
                        <a:pt x="32131" y="1"/>
                      </a:moveTo>
                      <a:cubicBezTo>
                        <a:pt x="31954" y="1"/>
                        <a:pt x="31762" y="75"/>
                        <a:pt x="31614" y="208"/>
                      </a:cubicBezTo>
                      <a:cubicBezTo>
                        <a:pt x="31496" y="326"/>
                        <a:pt x="31436" y="474"/>
                        <a:pt x="31407" y="622"/>
                      </a:cubicBezTo>
                      <a:lnTo>
                        <a:pt x="27001" y="622"/>
                      </a:lnTo>
                      <a:lnTo>
                        <a:pt x="21796" y="5841"/>
                      </a:lnTo>
                      <a:lnTo>
                        <a:pt x="21796" y="11105"/>
                      </a:lnTo>
                      <a:lnTo>
                        <a:pt x="14196" y="18705"/>
                      </a:lnTo>
                      <a:lnTo>
                        <a:pt x="8961" y="18705"/>
                      </a:lnTo>
                      <a:lnTo>
                        <a:pt x="4304" y="23363"/>
                      </a:lnTo>
                      <a:cubicBezTo>
                        <a:pt x="4171" y="23259"/>
                        <a:pt x="4008" y="23215"/>
                        <a:pt x="3845" y="23215"/>
                      </a:cubicBezTo>
                      <a:cubicBezTo>
                        <a:pt x="3638" y="23230"/>
                        <a:pt x="3461" y="23304"/>
                        <a:pt x="3328" y="23452"/>
                      </a:cubicBezTo>
                      <a:cubicBezTo>
                        <a:pt x="3195" y="23600"/>
                        <a:pt x="3121" y="23792"/>
                        <a:pt x="3136" y="23984"/>
                      </a:cubicBezTo>
                      <a:cubicBezTo>
                        <a:pt x="3136" y="24176"/>
                        <a:pt x="3210" y="24339"/>
                        <a:pt x="3343" y="24472"/>
                      </a:cubicBezTo>
                      <a:cubicBezTo>
                        <a:pt x="3357" y="24487"/>
                        <a:pt x="3357" y="24487"/>
                        <a:pt x="3372" y="24502"/>
                      </a:cubicBezTo>
                      <a:cubicBezTo>
                        <a:pt x="3505" y="24635"/>
                        <a:pt x="3697" y="24694"/>
                        <a:pt x="3890" y="24694"/>
                      </a:cubicBezTo>
                      <a:cubicBezTo>
                        <a:pt x="3964" y="24694"/>
                        <a:pt x="4038" y="24664"/>
                        <a:pt x="4111" y="24649"/>
                      </a:cubicBezTo>
                      <a:lnTo>
                        <a:pt x="4111" y="24649"/>
                      </a:lnTo>
                      <a:lnTo>
                        <a:pt x="1125" y="27621"/>
                      </a:lnTo>
                      <a:cubicBezTo>
                        <a:pt x="1006" y="27547"/>
                        <a:pt x="859" y="27518"/>
                        <a:pt x="711" y="27518"/>
                      </a:cubicBezTo>
                      <a:cubicBezTo>
                        <a:pt x="518" y="27518"/>
                        <a:pt x="341" y="27607"/>
                        <a:pt x="208" y="27754"/>
                      </a:cubicBezTo>
                      <a:cubicBezTo>
                        <a:pt x="60" y="27902"/>
                        <a:pt x="1" y="28080"/>
                        <a:pt x="1" y="28287"/>
                      </a:cubicBezTo>
                      <a:cubicBezTo>
                        <a:pt x="16" y="28479"/>
                        <a:pt x="90" y="28642"/>
                        <a:pt x="223" y="28775"/>
                      </a:cubicBezTo>
                      <a:cubicBezTo>
                        <a:pt x="223" y="28790"/>
                        <a:pt x="237" y="28790"/>
                        <a:pt x="237" y="28804"/>
                      </a:cubicBezTo>
                      <a:cubicBezTo>
                        <a:pt x="385" y="28937"/>
                        <a:pt x="578" y="28997"/>
                        <a:pt x="770" y="28997"/>
                      </a:cubicBezTo>
                      <a:cubicBezTo>
                        <a:pt x="962" y="28982"/>
                        <a:pt x="1154" y="28908"/>
                        <a:pt x="1287" y="28760"/>
                      </a:cubicBezTo>
                      <a:cubicBezTo>
                        <a:pt x="1420" y="28612"/>
                        <a:pt x="1494" y="28420"/>
                        <a:pt x="1480" y="28228"/>
                      </a:cubicBezTo>
                      <a:cubicBezTo>
                        <a:pt x="1480" y="28050"/>
                        <a:pt x="1406" y="27902"/>
                        <a:pt x="1302" y="27769"/>
                      </a:cubicBezTo>
                      <a:lnTo>
                        <a:pt x="4259" y="24812"/>
                      </a:lnTo>
                      <a:cubicBezTo>
                        <a:pt x="4392" y="24945"/>
                        <a:pt x="4585" y="25004"/>
                        <a:pt x="4762" y="25004"/>
                      </a:cubicBezTo>
                      <a:cubicBezTo>
                        <a:pt x="4969" y="24989"/>
                        <a:pt x="5147" y="24901"/>
                        <a:pt x="5280" y="24768"/>
                      </a:cubicBezTo>
                      <a:cubicBezTo>
                        <a:pt x="5413" y="24620"/>
                        <a:pt x="5487" y="24428"/>
                        <a:pt x="5472" y="24235"/>
                      </a:cubicBezTo>
                      <a:cubicBezTo>
                        <a:pt x="5472" y="24206"/>
                        <a:pt x="5472" y="24176"/>
                        <a:pt x="5457" y="24132"/>
                      </a:cubicBezTo>
                      <a:lnTo>
                        <a:pt x="5457" y="24132"/>
                      </a:lnTo>
                      <a:cubicBezTo>
                        <a:pt x="5487" y="24191"/>
                        <a:pt x="5531" y="24235"/>
                        <a:pt x="5561" y="24265"/>
                      </a:cubicBezTo>
                      <a:cubicBezTo>
                        <a:pt x="5575" y="24280"/>
                        <a:pt x="5575" y="24280"/>
                        <a:pt x="5590" y="24295"/>
                      </a:cubicBezTo>
                      <a:cubicBezTo>
                        <a:pt x="5725" y="24416"/>
                        <a:pt x="5886" y="24489"/>
                        <a:pt x="6071" y="24489"/>
                      </a:cubicBezTo>
                      <a:cubicBezTo>
                        <a:pt x="6088" y="24489"/>
                        <a:pt x="6105" y="24488"/>
                        <a:pt x="6122" y="24487"/>
                      </a:cubicBezTo>
                      <a:cubicBezTo>
                        <a:pt x="6315" y="24472"/>
                        <a:pt x="6492" y="24398"/>
                        <a:pt x="6625" y="24250"/>
                      </a:cubicBezTo>
                      <a:cubicBezTo>
                        <a:pt x="6729" y="24147"/>
                        <a:pt x="6788" y="24028"/>
                        <a:pt x="6817" y="23895"/>
                      </a:cubicBezTo>
                      <a:lnTo>
                        <a:pt x="11712" y="23895"/>
                      </a:lnTo>
                      <a:lnTo>
                        <a:pt x="12436" y="23171"/>
                      </a:lnTo>
                      <a:lnTo>
                        <a:pt x="12436" y="21382"/>
                      </a:lnTo>
                      <a:cubicBezTo>
                        <a:pt x="12584" y="21352"/>
                        <a:pt x="12717" y="21278"/>
                        <a:pt x="12821" y="21160"/>
                      </a:cubicBezTo>
                      <a:cubicBezTo>
                        <a:pt x="12954" y="21027"/>
                        <a:pt x="13028" y="20835"/>
                        <a:pt x="13013" y="20642"/>
                      </a:cubicBezTo>
                      <a:cubicBezTo>
                        <a:pt x="12998" y="20435"/>
                        <a:pt x="12909" y="20258"/>
                        <a:pt x="12776" y="20125"/>
                      </a:cubicBezTo>
                      <a:cubicBezTo>
                        <a:pt x="12641" y="20003"/>
                        <a:pt x="12468" y="19931"/>
                        <a:pt x="12293" y="19931"/>
                      </a:cubicBezTo>
                      <a:cubicBezTo>
                        <a:pt x="12276" y="19931"/>
                        <a:pt x="12260" y="19931"/>
                        <a:pt x="12244" y="19933"/>
                      </a:cubicBezTo>
                      <a:cubicBezTo>
                        <a:pt x="12052" y="19933"/>
                        <a:pt x="11859" y="20021"/>
                        <a:pt x="11726" y="20169"/>
                      </a:cubicBezTo>
                      <a:cubicBezTo>
                        <a:pt x="11593" y="20302"/>
                        <a:pt x="11534" y="20494"/>
                        <a:pt x="11534" y="20687"/>
                      </a:cubicBezTo>
                      <a:cubicBezTo>
                        <a:pt x="11549" y="20879"/>
                        <a:pt x="11623" y="21056"/>
                        <a:pt x="11756" y="21189"/>
                      </a:cubicBezTo>
                      <a:cubicBezTo>
                        <a:pt x="11756" y="21189"/>
                        <a:pt x="11771" y="21204"/>
                        <a:pt x="11771" y="21204"/>
                      </a:cubicBezTo>
                      <a:cubicBezTo>
                        <a:pt x="11904" y="21322"/>
                        <a:pt x="12052" y="21382"/>
                        <a:pt x="12214" y="21396"/>
                      </a:cubicBezTo>
                      <a:lnTo>
                        <a:pt x="12214" y="23082"/>
                      </a:lnTo>
                      <a:lnTo>
                        <a:pt x="11623" y="23673"/>
                      </a:lnTo>
                      <a:lnTo>
                        <a:pt x="6817" y="23673"/>
                      </a:lnTo>
                      <a:cubicBezTo>
                        <a:pt x="6803" y="23496"/>
                        <a:pt x="6729" y="23333"/>
                        <a:pt x="6596" y="23200"/>
                      </a:cubicBezTo>
                      <a:cubicBezTo>
                        <a:pt x="6448" y="23067"/>
                        <a:pt x="6255" y="23008"/>
                        <a:pt x="6063" y="23008"/>
                      </a:cubicBezTo>
                      <a:cubicBezTo>
                        <a:pt x="5856" y="23023"/>
                        <a:pt x="5679" y="23097"/>
                        <a:pt x="5546" y="23245"/>
                      </a:cubicBezTo>
                      <a:cubicBezTo>
                        <a:pt x="5413" y="23393"/>
                        <a:pt x="5339" y="23585"/>
                        <a:pt x="5354" y="23777"/>
                      </a:cubicBezTo>
                      <a:cubicBezTo>
                        <a:pt x="5354" y="23807"/>
                        <a:pt x="5354" y="23836"/>
                        <a:pt x="5368" y="23866"/>
                      </a:cubicBezTo>
                      <a:cubicBezTo>
                        <a:pt x="5324" y="23821"/>
                        <a:pt x="5294" y="23762"/>
                        <a:pt x="5235" y="23718"/>
                      </a:cubicBezTo>
                      <a:cubicBezTo>
                        <a:pt x="5113" y="23596"/>
                        <a:pt x="4942" y="23524"/>
                        <a:pt x="4755" y="23524"/>
                      </a:cubicBezTo>
                      <a:cubicBezTo>
                        <a:pt x="4738" y="23524"/>
                        <a:pt x="4720" y="23524"/>
                        <a:pt x="4703" y="23526"/>
                      </a:cubicBezTo>
                      <a:cubicBezTo>
                        <a:pt x="4629" y="23526"/>
                        <a:pt x="4570" y="23540"/>
                        <a:pt x="4496" y="23570"/>
                      </a:cubicBezTo>
                      <a:cubicBezTo>
                        <a:pt x="4481" y="23555"/>
                        <a:pt x="4466" y="23526"/>
                        <a:pt x="4452" y="23511"/>
                      </a:cubicBezTo>
                      <a:lnTo>
                        <a:pt x="9050" y="18927"/>
                      </a:lnTo>
                      <a:lnTo>
                        <a:pt x="14284" y="18927"/>
                      </a:lnTo>
                      <a:lnTo>
                        <a:pt x="22018" y="11194"/>
                      </a:lnTo>
                      <a:lnTo>
                        <a:pt x="22018" y="5930"/>
                      </a:lnTo>
                      <a:lnTo>
                        <a:pt x="27104" y="844"/>
                      </a:lnTo>
                      <a:lnTo>
                        <a:pt x="31407" y="844"/>
                      </a:lnTo>
                      <a:cubicBezTo>
                        <a:pt x="31436" y="991"/>
                        <a:pt x="31496" y="1139"/>
                        <a:pt x="31614" y="1258"/>
                      </a:cubicBezTo>
                      <a:cubicBezTo>
                        <a:pt x="31762" y="1405"/>
                        <a:pt x="31950" y="1479"/>
                        <a:pt x="32139" y="1479"/>
                      </a:cubicBezTo>
                      <a:cubicBezTo>
                        <a:pt x="32327" y="1479"/>
                        <a:pt x="32516" y="1405"/>
                        <a:pt x="32664" y="1258"/>
                      </a:cubicBezTo>
                      <a:cubicBezTo>
                        <a:pt x="32945" y="977"/>
                        <a:pt x="32945" y="504"/>
                        <a:pt x="32664" y="208"/>
                      </a:cubicBezTo>
                      <a:cubicBezTo>
                        <a:pt x="32516" y="75"/>
                        <a:pt x="32324" y="1"/>
                        <a:pt x="3213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100000">
                      <a:schemeClr val="accent4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9"/>
                <p:cNvSpPr/>
                <p:nvPr/>
              </p:nvSpPr>
              <p:spPr>
                <a:xfrm>
                  <a:off x="861935" y="2976281"/>
                  <a:ext cx="902630" cy="61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09" h="8756" extrusionOk="0">
                      <a:moveTo>
                        <a:pt x="12125" y="0"/>
                      </a:moveTo>
                      <a:cubicBezTo>
                        <a:pt x="11711" y="15"/>
                        <a:pt x="11401" y="355"/>
                        <a:pt x="11415" y="769"/>
                      </a:cubicBezTo>
                      <a:cubicBezTo>
                        <a:pt x="11415" y="947"/>
                        <a:pt x="11489" y="1124"/>
                        <a:pt x="11622" y="1257"/>
                      </a:cubicBezTo>
                      <a:cubicBezTo>
                        <a:pt x="11637" y="1272"/>
                        <a:pt x="11637" y="1272"/>
                        <a:pt x="11652" y="1287"/>
                      </a:cubicBezTo>
                      <a:cubicBezTo>
                        <a:pt x="11770" y="1390"/>
                        <a:pt x="11903" y="1449"/>
                        <a:pt x="12051" y="1464"/>
                      </a:cubicBezTo>
                      <a:lnTo>
                        <a:pt x="12051" y="3519"/>
                      </a:lnTo>
                      <a:lnTo>
                        <a:pt x="10750" y="4821"/>
                      </a:lnTo>
                      <a:lnTo>
                        <a:pt x="3712" y="4821"/>
                      </a:lnTo>
                      <a:lnTo>
                        <a:pt x="1139" y="7393"/>
                      </a:lnTo>
                      <a:cubicBezTo>
                        <a:pt x="1006" y="7319"/>
                        <a:pt x="873" y="7275"/>
                        <a:pt x="725" y="7275"/>
                      </a:cubicBezTo>
                      <a:cubicBezTo>
                        <a:pt x="518" y="7290"/>
                        <a:pt x="341" y="7379"/>
                        <a:pt x="208" y="7512"/>
                      </a:cubicBezTo>
                      <a:cubicBezTo>
                        <a:pt x="74" y="7659"/>
                        <a:pt x="1" y="7852"/>
                        <a:pt x="15" y="8044"/>
                      </a:cubicBezTo>
                      <a:cubicBezTo>
                        <a:pt x="15" y="8236"/>
                        <a:pt x="89" y="8414"/>
                        <a:pt x="222" y="8547"/>
                      </a:cubicBezTo>
                      <a:cubicBezTo>
                        <a:pt x="237" y="8547"/>
                        <a:pt x="237" y="8547"/>
                        <a:pt x="252" y="8561"/>
                      </a:cubicBezTo>
                      <a:cubicBezTo>
                        <a:pt x="374" y="8683"/>
                        <a:pt x="545" y="8756"/>
                        <a:pt x="721" y="8756"/>
                      </a:cubicBezTo>
                      <a:cubicBezTo>
                        <a:pt x="737" y="8756"/>
                        <a:pt x="753" y="8755"/>
                        <a:pt x="769" y="8754"/>
                      </a:cubicBezTo>
                      <a:cubicBezTo>
                        <a:pt x="976" y="8754"/>
                        <a:pt x="1154" y="8665"/>
                        <a:pt x="1287" y="8517"/>
                      </a:cubicBezTo>
                      <a:cubicBezTo>
                        <a:pt x="1420" y="8369"/>
                        <a:pt x="1494" y="8192"/>
                        <a:pt x="1479" y="7985"/>
                      </a:cubicBezTo>
                      <a:cubicBezTo>
                        <a:pt x="1479" y="7822"/>
                        <a:pt x="1405" y="7659"/>
                        <a:pt x="1302" y="7541"/>
                      </a:cubicBezTo>
                      <a:lnTo>
                        <a:pt x="3801" y="5042"/>
                      </a:lnTo>
                      <a:lnTo>
                        <a:pt x="10854" y="5042"/>
                      </a:lnTo>
                      <a:lnTo>
                        <a:pt x="12273" y="3623"/>
                      </a:lnTo>
                      <a:lnTo>
                        <a:pt x="12273" y="1464"/>
                      </a:lnTo>
                      <a:cubicBezTo>
                        <a:pt x="12628" y="1405"/>
                        <a:pt x="12909" y="1080"/>
                        <a:pt x="12894" y="710"/>
                      </a:cubicBezTo>
                      <a:cubicBezTo>
                        <a:pt x="12879" y="311"/>
                        <a:pt x="12539" y="0"/>
                        <a:pt x="1215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100000">
                      <a:schemeClr val="accent4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9" name="Google Shape;99;p9"/>
              <p:cNvSpPr/>
              <p:nvPr/>
            </p:nvSpPr>
            <p:spPr>
              <a:xfrm rot="8100000">
                <a:off x="7804003" y="2323730"/>
                <a:ext cx="2270858" cy="1998728"/>
              </a:xfrm>
              <a:custGeom>
                <a:avLst/>
                <a:gdLst/>
                <a:ahLst/>
                <a:cxnLst/>
                <a:rect l="l" t="t" r="r" b="b"/>
                <a:pathLst>
                  <a:path w="32945" h="28997" extrusionOk="0">
                    <a:moveTo>
                      <a:pt x="32131" y="1"/>
                    </a:moveTo>
                    <a:cubicBezTo>
                      <a:pt x="31954" y="1"/>
                      <a:pt x="31762" y="75"/>
                      <a:pt x="31614" y="208"/>
                    </a:cubicBezTo>
                    <a:cubicBezTo>
                      <a:pt x="31496" y="326"/>
                      <a:pt x="31436" y="474"/>
                      <a:pt x="31407" y="622"/>
                    </a:cubicBezTo>
                    <a:lnTo>
                      <a:pt x="27001" y="622"/>
                    </a:lnTo>
                    <a:lnTo>
                      <a:pt x="21796" y="5841"/>
                    </a:lnTo>
                    <a:lnTo>
                      <a:pt x="21796" y="11105"/>
                    </a:lnTo>
                    <a:lnTo>
                      <a:pt x="14196" y="18705"/>
                    </a:lnTo>
                    <a:lnTo>
                      <a:pt x="8961" y="18705"/>
                    </a:lnTo>
                    <a:lnTo>
                      <a:pt x="4304" y="23363"/>
                    </a:lnTo>
                    <a:cubicBezTo>
                      <a:pt x="4171" y="23259"/>
                      <a:pt x="4008" y="23215"/>
                      <a:pt x="3845" y="23215"/>
                    </a:cubicBezTo>
                    <a:cubicBezTo>
                      <a:pt x="3638" y="23230"/>
                      <a:pt x="3461" y="23304"/>
                      <a:pt x="3328" y="23452"/>
                    </a:cubicBezTo>
                    <a:cubicBezTo>
                      <a:pt x="3195" y="23600"/>
                      <a:pt x="3121" y="23792"/>
                      <a:pt x="3136" y="23984"/>
                    </a:cubicBezTo>
                    <a:cubicBezTo>
                      <a:pt x="3136" y="24176"/>
                      <a:pt x="3210" y="24339"/>
                      <a:pt x="3343" y="24472"/>
                    </a:cubicBezTo>
                    <a:cubicBezTo>
                      <a:pt x="3357" y="24487"/>
                      <a:pt x="3357" y="24487"/>
                      <a:pt x="3372" y="24502"/>
                    </a:cubicBezTo>
                    <a:cubicBezTo>
                      <a:pt x="3505" y="24635"/>
                      <a:pt x="3697" y="24694"/>
                      <a:pt x="3890" y="24694"/>
                    </a:cubicBezTo>
                    <a:cubicBezTo>
                      <a:pt x="3964" y="24694"/>
                      <a:pt x="4038" y="24664"/>
                      <a:pt x="4111" y="24649"/>
                    </a:cubicBezTo>
                    <a:lnTo>
                      <a:pt x="4111" y="24649"/>
                    </a:lnTo>
                    <a:lnTo>
                      <a:pt x="1125" y="27621"/>
                    </a:lnTo>
                    <a:cubicBezTo>
                      <a:pt x="1006" y="27547"/>
                      <a:pt x="859" y="27518"/>
                      <a:pt x="711" y="27518"/>
                    </a:cubicBezTo>
                    <a:cubicBezTo>
                      <a:pt x="518" y="27518"/>
                      <a:pt x="341" y="27607"/>
                      <a:pt x="208" y="27754"/>
                    </a:cubicBezTo>
                    <a:cubicBezTo>
                      <a:pt x="60" y="27902"/>
                      <a:pt x="1" y="28080"/>
                      <a:pt x="1" y="28287"/>
                    </a:cubicBezTo>
                    <a:cubicBezTo>
                      <a:pt x="16" y="28479"/>
                      <a:pt x="90" y="28642"/>
                      <a:pt x="223" y="28775"/>
                    </a:cubicBezTo>
                    <a:cubicBezTo>
                      <a:pt x="223" y="28790"/>
                      <a:pt x="237" y="28790"/>
                      <a:pt x="237" y="28804"/>
                    </a:cubicBezTo>
                    <a:cubicBezTo>
                      <a:pt x="385" y="28937"/>
                      <a:pt x="578" y="28997"/>
                      <a:pt x="770" y="28997"/>
                    </a:cubicBezTo>
                    <a:cubicBezTo>
                      <a:pt x="962" y="28982"/>
                      <a:pt x="1154" y="28908"/>
                      <a:pt x="1287" y="28760"/>
                    </a:cubicBezTo>
                    <a:cubicBezTo>
                      <a:pt x="1420" y="28612"/>
                      <a:pt x="1494" y="28420"/>
                      <a:pt x="1480" y="28228"/>
                    </a:cubicBezTo>
                    <a:cubicBezTo>
                      <a:pt x="1480" y="28050"/>
                      <a:pt x="1406" y="27902"/>
                      <a:pt x="1302" y="27769"/>
                    </a:cubicBezTo>
                    <a:lnTo>
                      <a:pt x="4259" y="24812"/>
                    </a:lnTo>
                    <a:cubicBezTo>
                      <a:pt x="4392" y="24945"/>
                      <a:pt x="4585" y="25004"/>
                      <a:pt x="4762" y="25004"/>
                    </a:cubicBezTo>
                    <a:cubicBezTo>
                      <a:pt x="4969" y="24989"/>
                      <a:pt x="5147" y="24901"/>
                      <a:pt x="5280" y="24768"/>
                    </a:cubicBezTo>
                    <a:cubicBezTo>
                      <a:pt x="5413" y="24620"/>
                      <a:pt x="5487" y="24428"/>
                      <a:pt x="5472" y="24235"/>
                    </a:cubicBezTo>
                    <a:cubicBezTo>
                      <a:pt x="5472" y="24206"/>
                      <a:pt x="5472" y="24176"/>
                      <a:pt x="5457" y="24132"/>
                    </a:cubicBezTo>
                    <a:lnTo>
                      <a:pt x="5457" y="24132"/>
                    </a:lnTo>
                    <a:cubicBezTo>
                      <a:pt x="5487" y="24191"/>
                      <a:pt x="5531" y="24235"/>
                      <a:pt x="5561" y="24265"/>
                    </a:cubicBezTo>
                    <a:cubicBezTo>
                      <a:pt x="5575" y="24280"/>
                      <a:pt x="5575" y="24280"/>
                      <a:pt x="5590" y="24295"/>
                    </a:cubicBezTo>
                    <a:cubicBezTo>
                      <a:pt x="5725" y="24416"/>
                      <a:pt x="5886" y="24489"/>
                      <a:pt x="6071" y="24489"/>
                    </a:cubicBezTo>
                    <a:cubicBezTo>
                      <a:pt x="6088" y="24489"/>
                      <a:pt x="6105" y="24488"/>
                      <a:pt x="6122" y="24487"/>
                    </a:cubicBezTo>
                    <a:cubicBezTo>
                      <a:pt x="6315" y="24472"/>
                      <a:pt x="6492" y="24398"/>
                      <a:pt x="6625" y="24250"/>
                    </a:cubicBezTo>
                    <a:cubicBezTo>
                      <a:pt x="6729" y="24147"/>
                      <a:pt x="6788" y="24028"/>
                      <a:pt x="6817" y="23895"/>
                    </a:cubicBezTo>
                    <a:lnTo>
                      <a:pt x="11712" y="23895"/>
                    </a:lnTo>
                    <a:lnTo>
                      <a:pt x="12436" y="23171"/>
                    </a:lnTo>
                    <a:lnTo>
                      <a:pt x="12436" y="21382"/>
                    </a:lnTo>
                    <a:cubicBezTo>
                      <a:pt x="12584" y="21352"/>
                      <a:pt x="12717" y="21278"/>
                      <a:pt x="12821" y="21160"/>
                    </a:cubicBezTo>
                    <a:cubicBezTo>
                      <a:pt x="12954" y="21027"/>
                      <a:pt x="13028" y="20835"/>
                      <a:pt x="13013" y="20642"/>
                    </a:cubicBezTo>
                    <a:cubicBezTo>
                      <a:pt x="12998" y="20435"/>
                      <a:pt x="12909" y="20258"/>
                      <a:pt x="12776" y="20125"/>
                    </a:cubicBezTo>
                    <a:cubicBezTo>
                      <a:pt x="12641" y="20003"/>
                      <a:pt x="12468" y="19931"/>
                      <a:pt x="12293" y="19931"/>
                    </a:cubicBezTo>
                    <a:cubicBezTo>
                      <a:pt x="12276" y="19931"/>
                      <a:pt x="12260" y="19931"/>
                      <a:pt x="12244" y="19933"/>
                    </a:cubicBezTo>
                    <a:cubicBezTo>
                      <a:pt x="12052" y="19933"/>
                      <a:pt x="11859" y="20021"/>
                      <a:pt x="11726" y="20169"/>
                    </a:cubicBezTo>
                    <a:cubicBezTo>
                      <a:pt x="11593" y="20302"/>
                      <a:pt x="11534" y="20494"/>
                      <a:pt x="11534" y="20687"/>
                    </a:cubicBezTo>
                    <a:cubicBezTo>
                      <a:pt x="11549" y="20879"/>
                      <a:pt x="11623" y="21056"/>
                      <a:pt x="11756" y="21189"/>
                    </a:cubicBezTo>
                    <a:cubicBezTo>
                      <a:pt x="11756" y="21189"/>
                      <a:pt x="11771" y="21204"/>
                      <a:pt x="11771" y="21204"/>
                    </a:cubicBezTo>
                    <a:cubicBezTo>
                      <a:pt x="11904" y="21322"/>
                      <a:pt x="12052" y="21382"/>
                      <a:pt x="12214" y="21396"/>
                    </a:cubicBezTo>
                    <a:lnTo>
                      <a:pt x="12214" y="23082"/>
                    </a:lnTo>
                    <a:lnTo>
                      <a:pt x="11623" y="23673"/>
                    </a:lnTo>
                    <a:lnTo>
                      <a:pt x="6817" y="23673"/>
                    </a:lnTo>
                    <a:cubicBezTo>
                      <a:pt x="6803" y="23496"/>
                      <a:pt x="6729" y="23333"/>
                      <a:pt x="6596" y="23200"/>
                    </a:cubicBezTo>
                    <a:cubicBezTo>
                      <a:pt x="6448" y="23067"/>
                      <a:pt x="6255" y="23008"/>
                      <a:pt x="6063" y="23008"/>
                    </a:cubicBezTo>
                    <a:cubicBezTo>
                      <a:pt x="5856" y="23023"/>
                      <a:pt x="5679" y="23097"/>
                      <a:pt x="5546" y="23245"/>
                    </a:cubicBezTo>
                    <a:cubicBezTo>
                      <a:pt x="5413" y="23393"/>
                      <a:pt x="5339" y="23585"/>
                      <a:pt x="5354" y="23777"/>
                    </a:cubicBezTo>
                    <a:cubicBezTo>
                      <a:pt x="5354" y="23807"/>
                      <a:pt x="5354" y="23836"/>
                      <a:pt x="5368" y="23866"/>
                    </a:cubicBezTo>
                    <a:cubicBezTo>
                      <a:pt x="5324" y="23821"/>
                      <a:pt x="5294" y="23762"/>
                      <a:pt x="5235" y="23718"/>
                    </a:cubicBezTo>
                    <a:cubicBezTo>
                      <a:pt x="5113" y="23596"/>
                      <a:pt x="4942" y="23524"/>
                      <a:pt x="4755" y="23524"/>
                    </a:cubicBezTo>
                    <a:cubicBezTo>
                      <a:pt x="4738" y="23524"/>
                      <a:pt x="4720" y="23524"/>
                      <a:pt x="4703" y="23526"/>
                    </a:cubicBezTo>
                    <a:cubicBezTo>
                      <a:pt x="4629" y="23526"/>
                      <a:pt x="4570" y="23540"/>
                      <a:pt x="4496" y="23570"/>
                    </a:cubicBezTo>
                    <a:cubicBezTo>
                      <a:pt x="4481" y="23555"/>
                      <a:pt x="4466" y="23526"/>
                      <a:pt x="4452" y="23511"/>
                    </a:cubicBezTo>
                    <a:lnTo>
                      <a:pt x="9050" y="18927"/>
                    </a:lnTo>
                    <a:lnTo>
                      <a:pt x="14284" y="18927"/>
                    </a:lnTo>
                    <a:lnTo>
                      <a:pt x="22018" y="11194"/>
                    </a:lnTo>
                    <a:lnTo>
                      <a:pt x="22018" y="5930"/>
                    </a:lnTo>
                    <a:lnTo>
                      <a:pt x="27104" y="844"/>
                    </a:lnTo>
                    <a:lnTo>
                      <a:pt x="31407" y="844"/>
                    </a:lnTo>
                    <a:cubicBezTo>
                      <a:pt x="31436" y="991"/>
                      <a:pt x="31496" y="1139"/>
                      <a:pt x="31614" y="1258"/>
                    </a:cubicBezTo>
                    <a:cubicBezTo>
                      <a:pt x="31762" y="1405"/>
                      <a:pt x="31950" y="1479"/>
                      <a:pt x="32139" y="1479"/>
                    </a:cubicBezTo>
                    <a:cubicBezTo>
                      <a:pt x="32327" y="1479"/>
                      <a:pt x="32516" y="1405"/>
                      <a:pt x="32664" y="1258"/>
                    </a:cubicBezTo>
                    <a:cubicBezTo>
                      <a:pt x="32945" y="977"/>
                      <a:pt x="32945" y="504"/>
                      <a:pt x="32664" y="208"/>
                    </a:cubicBezTo>
                    <a:cubicBezTo>
                      <a:pt x="32516" y="75"/>
                      <a:pt x="32324" y="1"/>
                      <a:pt x="3213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9"/>
              <p:cNvSpPr/>
              <p:nvPr/>
            </p:nvSpPr>
            <p:spPr>
              <a:xfrm rot="8100000">
                <a:off x="7630653" y="2447034"/>
                <a:ext cx="2363567" cy="2049666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29736" extrusionOk="0">
                    <a:moveTo>
                      <a:pt x="33477" y="0"/>
                    </a:moveTo>
                    <a:cubicBezTo>
                      <a:pt x="33285" y="0"/>
                      <a:pt x="33107" y="59"/>
                      <a:pt x="32959" y="207"/>
                    </a:cubicBezTo>
                    <a:cubicBezTo>
                      <a:pt x="32708" y="458"/>
                      <a:pt x="32678" y="843"/>
                      <a:pt x="32856" y="1124"/>
                    </a:cubicBezTo>
                    <a:lnTo>
                      <a:pt x="28908" y="5072"/>
                    </a:lnTo>
                    <a:lnTo>
                      <a:pt x="24073" y="5072"/>
                    </a:lnTo>
                    <a:lnTo>
                      <a:pt x="21160" y="7999"/>
                    </a:lnTo>
                    <a:lnTo>
                      <a:pt x="21160" y="10779"/>
                    </a:lnTo>
                    <a:lnTo>
                      <a:pt x="18277" y="13722"/>
                    </a:lnTo>
                    <a:lnTo>
                      <a:pt x="13471" y="18542"/>
                    </a:lnTo>
                    <a:lnTo>
                      <a:pt x="13471" y="23865"/>
                    </a:lnTo>
                    <a:lnTo>
                      <a:pt x="11046" y="26290"/>
                    </a:lnTo>
                    <a:lnTo>
                      <a:pt x="3298" y="26290"/>
                    </a:lnTo>
                    <a:lnTo>
                      <a:pt x="1184" y="28404"/>
                    </a:lnTo>
                    <a:cubicBezTo>
                      <a:pt x="1064" y="28311"/>
                      <a:pt x="921" y="28254"/>
                      <a:pt x="775" y="28254"/>
                    </a:cubicBezTo>
                    <a:cubicBezTo>
                      <a:pt x="759" y="28254"/>
                      <a:pt x="742" y="28255"/>
                      <a:pt x="725" y="28257"/>
                    </a:cubicBezTo>
                    <a:cubicBezTo>
                      <a:pt x="518" y="28257"/>
                      <a:pt x="341" y="28345"/>
                      <a:pt x="208" y="28493"/>
                    </a:cubicBezTo>
                    <a:cubicBezTo>
                      <a:pt x="75" y="28641"/>
                      <a:pt x="1" y="28818"/>
                      <a:pt x="16" y="29025"/>
                    </a:cubicBezTo>
                    <a:cubicBezTo>
                      <a:pt x="16" y="29203"/>
                      <a:pt x="90" y="29380"/>
                      <a:pt x="223" y="29513"/>
                    </a:cubicBezTo>
                    <a:cubicBezTo>
                      <a:pt x="237" y="29513"/>
                      <a:pt x="237" y="29528"/>
                      <a:pt x="252" y="29528"/>
                    </a:cubicBezTo>
                    <a:cubicBezTo>
                      <a:pt x="385" y="29661"/>
                      <a:pt x="577" y="29735"/>
                      <a:pt x="770" y="29735"/>
                    </a:cubicBezTo>
                    <a:cubicBezTo>
                      <a:pt x="977" y="29720"/>
                      <a:pt x="1154" y="29632"/>
                      <a:pt x="1287" y="29499"/>
                    </a:cubicBezTo>
                    <a:cubicBezTo>
                      <a:pt x="1420" y="29351"/>
                      <a:pt x="1494" y="29158"/>
                      <a:pt x="1479" y="28966"/>
                    </a:cubicBezTo>
                    <a:cubicBezTo>
                      <a:pt x="1479" y="28818"/>
                      <a:pt x="1435" y="28671"/>
                      <a:pt x="1346" y="28552"/>
                    </a:cubicBezTo>
                    <a:lnTo>
                      <a:pt x="3387" y="26512"/>
                    </a:lnTo>
                    <a:lnTo>
                      <a:pt x="11135" y="26512"/>
                    </a:lnTo>
                    <a:lnTo>
                      <a:pt x="13678" y="23954"/>
                    </a:lnTo>
                    <a:lnTo>
                      <a:pt x="13678" y="18631"/>
                    </a:lnTo>
                    <a:lnTo>
                      <a:pt x="18424" y="13884"/>
                    </a:lnTo>
                    <a:lnTo>
                      <a:pt x="21352" y="10912"/>
                    </a:lnTo>
                    <a:lnTo>
                      <a:pt x="21382" y="10883"/>
                    </a:lnTo>
                    <a:lnTo>
                      <a:pt x="21382" y="8088"/>
                    </a:lnTo>
                    <a:lnTo>
                      <a:pt x="24161" y="5294"/>
                    </a:lnTo>
                    <a:lnTo>
                      <a:pt x="28997" y="5294"/>
                    </a:lnTo>
                    <a:lnTo>
                      <a:pt x="33004" y="1301"/>
                    </a:lnTo>
                    <a:cubicBezTo>
                      <a:pt x="33143" y="1413"/>
                      <a:pt x="33311" y="1468"/>
                      <a:pt x="33479" y="1468"/>
                    </a:cubicBezTo>
                    <a:cubicBezTo>
                      <a:pt x="33667" y="1468"/>
                      <a:pt x="33853" y="1398"/>
                      <a:pt x="33994" y="1257"/>
                    </a:cubicBezTo>
                    <a:cubicBezTo>
                      <a:pt x="34290" y="961"/>
                      <a:pt x="34290" y="503"/>
                      <a:pt x="33994" y="207"/>
                    </a:cubicBezTo>
                    <a:cubicBezTo>
                      <a:pt x="33861" y="59"/>
                      <a:pt x="33669" y="0"/>
                      <a:pt x="3347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1" name="Google Shape;101;p9"/>
          <p:cNvSpPr/>
          <p:nvPr/>
        </p:nvSpPr>
        <p:spPr>
          <a:xfrm flipH="1">
            <a:off x="7831287" y="3850400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9"/>
          <p:cNvSpPr/>
          <p:nvPr/>
        </p:nvSpPr>
        <p:spPr>
          <a:xfrm flipH="1">
            <a:off x="-1178400" y="1414300"/>
            <a:ext cx="2141400" cy="21414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66338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8" name="Google Shape;108;p11"/>
          <p:cNvSpPr txBox="1">
            <a:spLocks noGrp="1"/>
          </p:cNvSpPr>
          <p:nvPr>
            <p:ph type="subTitle" idx="1"/>
          </p:nvPr>
        </p:nvSpPr>
        <p:spPr>
          <a:xfrm>
            <a:off x="1284000" y="3063763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09" name="Google Shape;109;p11"/>
          <p:cNvGrpSpPr/>
          <p:nvPr/>
        </p:nvGrpSpPr>
        <p:grpSpPr>
          <a:xfrm>
            <a:off x="7668200" y="-880263"/>
            <a:ext cx="2239418" cy="2778714"/>
            <a:chOff x="7668200" y="-880263"/>
            <a:chExt cx="2239418" cy="2778714"/>
          </a:xfrm>
        </p:grpSpPr>
        <p:sp>
          <p:nvSpPr>
            <p:cNvPr id="110" name="Google Shape;110;p11"/>
            <p:cNvSpPr/>
            <p:nvPr/>
          </p:nvSpPr>
          <p:spPr>
            <a:xfrm rot="10800000" flipH="1">
              <a:off x="7886558" y="-880263"/>
              <a:ext cx="2021060" cy="2541910"/>
            </a:xfrm>
            <a:custGeom>
              <a:avLst/>
              <a:gdLst/>
              <a:ahLst/>
              <a:cxnLst/>
              <a:rect l="l" t="t" r="r" b="b"/>
              <a:pathLst>
                <a:path w="29145" h="36656" extrusionOk="0">
                  <a:moveTo>
                    <a:pt x="28390" y="1"/>
                  </a:moveTo>
                  <a:cubicBezTo>
                    <a:pt x="28006" y="1"/>
                    <a:pt x="27666" y="311"/>
                    <a:pt x="27651" y="711"/>
                  </a:cubicBezTo>
                  <a:cubicBezTo>
                    <a:pt x="27651" y="873"/>
                    <a:pt x="27695" y="1021"/>
                    <a:pt x="27784" y="1139"/>
                  </a:cubicBezTo>
                  <a:lnTo>
                    <a:pt x="26128" y="2810"/>
                  </a:lnTo>
                  <a:lnTo>
                    <a:pt x="26128" y="2855"/>
                  </a:lnTo>
                  <a:lnTo>
                    <a:pt x="26128" y="10721"/>
                  </a:lnTo>
                  <a:lnTo>
                    <a:pt x="21248" y="15600"/>
                  </a:lnTo>
                  <a:lnTo>
                    <a:pt x="15630" y="15600"/>
                  </a:lnTo>
                  <a:lnTo>
                    <a:pt x="7719" y="23511"/>
                  </a:lnTo>
                  <a:lnTo>
                    <a:pt x="7719" y="28908"/>
                  </a:lnTo>
                  <a:lnTo>
                    <a:pt x="1287" y="35355"/>
                  </a:lnTo>
                  <a:cubicBezTo>
                    <a:pt x="1145" y="35234"/>
                    <a:pt x="973" y="35175"/>
                    <a:pt x="802" y="35175"/>
                  </a:cubicBezTo>
                  <a:cubicBezTo>
                    <a:pt x="615" y="35175"/>
                    <a:pt x="428" y="35246"/>
                    <a:pt x="281" y="35384"/>
                  </a:cubicBezTo>
                  <a:cubicBezTo>
                    <a:pt x="1" y="35680"/>
                    <a:pt x="1" y="36153"/>
                    <a:pt x="281" y="36434"/>
                  </a:cubicBezTo>
                  <a:cubicBezTo>
                    <a:pt x="429" y="36582"/>
                    <a:pt x="618" y="36656"/>
                    <a:pt x="806" y="36656"/>
                  </a:cubicBezTo>
                  <a:cubicBezTo>
                    <a:pt x="995" y="36656"/>
                    <a:pt x="1183" y="36582"/>
                    <a:pt x="1331" y="36434"/>
                  </a:cubicBezTo>
                  <a:cubicBezTo>
                    <a:pt x="1583" y="36183"/>
                    <a:pt x="1612" y="35798"/>
                    <a:pt x="1435" y="35517"/>
                  </a:cubicBezTo>
                  <a:lnTo>
                    <a:pt x="7941" y="29011"/>
                  </a:lnTo>
                  <a:lnTo>
                    <a:pt x="7941" y="23614"/>
                  </a:lnTo>
                  <a:lnTo>
                    <a:pt x="15718" y="15822"/>
                  </a:lnTo>
                  <a:lnTo>
                    <a:pt x="21337" y="15822"/>
                  </a:lnTo>
                  <a:lnTo>
                    <a:pt x="26350" y="10824"/>
                  </a:lnTo>
                  <a:lnTo>
                    <a:pt x="26350" y="10765"/>
                  </a:lnTo>
                  <a:lnTo>
                    <a:pt x="26350" y="2899"/>
                  </a:lnTo>
                  <a:lnTo>
                    <a:pt x="27932" y="1302"/>
                  </a:lnTo>
                  <a:cubicBezTo>
                    <a:pt x="28050" y="1406"/>
                    <a:pt x="28198" y="1465"/>
                    <a:pt x="28360" y="1480"/>
                  </a:cubicBezTo>
                  <a:cubicBezTo>
                    <a:pt x="28370" y="1480"/>
                    <a:pt x="28379" y="1480"/>
                    <a:pt x="28388" y="1480"/>
                  </a:cubicBezTo>
                  <a:cubicBezTo>
                    <a:pt x="28789" y="1480"/>
                    <a:pt x="29115" y="1160"/>
                    <a:pt x="29129" y="770"/>
                  </a:cubicBezTo>
                  <a:cubicBezTo>
                    <a:pt x="29144" y="548"/>
                    <a:pt x="29055" y="356"/>
                    <a:pt x="28922" y="208"/>
                  </a:cubicBezTo>
                  <a:cubicBezTo>
                    <a:pt x="28789" y="90"/>
                    <a:pt x="28612" y="1"/>
                    <a:pt x="2842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10800000" flipH="1">
              <a:off x="7668200" y="-380156"/>
              <a:ext cx="2015859" cy="2278607"/>
            </a:xfrm>
            <a:custGeom>
              <a:avLst/>
              <a:gdLst/>
              <a:ahLst/>
              <a:cxnLst/>
              <a:rect l="l" t="t" r="r" b="b"/>
              <a:pathLst>
                <a:path w="29070" h="32859" extrusionOk="0">
                  <a:moveTo>
                    <a:pt x="28330" y="0"/>
                  </a:moveTo>
                  <a:cubicBezTo>
                    <a:pt x="28138" y="0"/>
                    <a:pt x="27961" y="59"/>
                    <a:pt x="27828" y="193"/>
                  </a:cubicBezTo>
                  <a:cubicBezTo>
                    <a:pt x="27680" y="326"/>
                    <a:pt x="27591" y="503"/>
                    <a:pt x="27591" y="710"/>
                  </a:cubicBezTo>
                  <a:cubicBezTo>
                    <a:pt x="27576" y="858"/>
                    <a:pt x="27621" y="991"/>
                    <a:pt x="27695" y="1124"/>
                  </a:cubicBezTo>
                  <a:lnTo>
                    <a:pt x="24723" y="4096"/>
                  </a:lnTo>
                  <a:cubicBezTo>
                    <a:pt x="24737" y="4022"/>
                    <a:pt x="24767" y="3963"/>
                    <a:pt x="24767" y="3889"/>
                  </a:cubicBezTo>
                  <a:cubicBezTo>
                    <a:pt x="24767" y="3682"/>
                    <a:pt x="24708" y="3505"/>
                    <a:pt x="24560" y="3357"/>
                  </a:cubicBezTo>
                  <a:cubicBezTo>
                    <a:pt x="24560" y="3342"/>
                    <a:pt x="24560" y="3342"/>
                    <a:pt x="24545" y="3327"/>
                  </a:cubicBezTo>
                  <a:cubicBezTo>
                    <a:pt x="24412" y="3209"/>
                    <a:pt x="24235" y="3120"/>
                    <a:pt x="24057" y="3120"/>
                  </a:cubicBezTo>
                  <a:cubicBezTo>
                    <a:pt x="24040" y="3119"/>
                    <a:pt x="24022" y="3118"/>
                    <a:pt x="24005" y="3118"/>
                  </a:cubicBezTo>
                  <a:cubicBezTo>
                    <a:pt x="23820" y="3118"/>
                    <a:pt x="23660" y="3191"/>
                    <a:pt x="23525" y="3312"/>
                  </a:cubicBezTo>
                  <a:cubicBezTo>
                    <a:pt x="23377" y="3445"/>
                    <a:pt x="23288" y="3638"/>
                    <a:pt x="23288" y="3830"/>
                  </a:cubicBezTo>
                  <a:cubicBezTo>
                    <a:pt x="23274" y="3993"/>
                    <a:pt x="23333" y="4155"/>
                    <a:pt x="23436" y="4288"/>
                  </a:cubicBezTo>
                  <a:lnTo>
                    <a:pt x="18779" y="8946"/>
                  </a:lnTo>
                  <a:lnTo>
                    <a:pt x="18779" y="14180"/>
                  </a:lnTo>
                  <a:lnTo>
                    <a:pt x="11178" y="21780"/>
                  </a:lnTo>
                  <a:lnTo>
                    <a:pt x="5915" y="21780"/>
                  </a:lnTo>
                  <a:lnTo>
                    <a:pt x="695" y="27000"/>
                  </a:lnTo>
                  <a:lnTo>
                    <a:pt x="695" y="31391"/>
                  </a:lnTo>
                  <a:cubicBezTo>
                    <a:pt x="547" y="31421"/>
                    <a:pt x="399" y="31495"/>
                    <a:pt x="281" y="31598"/>
                  </a:cubicBezTo>
                  <a:cubicBezTo>
                    <a:pt x="0" y="31894"/>
                    <a:pt x="0" y="32367"/>
                    <a:pt x="281" y="32648"/>
                  </a:cubicBezTo>
                  <a:cubicBezTo>
                    <a:pt x="429" y="32789"/>
                    <a:pt x="617" y="32859"/>
                    <a:pt x="806" y="32859"/>
                  </a:cubicBezTo>
                  <a:cubicBezTo>
                    <a:pt x="994" y="32859"/>
                    <a:pt x="1183" y="32789"/>
                    <a:pt x="1331" y="32648"/>
                  </a:cubicBezTo>
                  <a:cubicBezTo>
                    <a:pt x="1612" y="32367"/>
                    <a:pt x="1612" y="31894"/>
                    <a:pt x="1331" y="31598"/>
                  </a:cubicBezTo>
                  <a:cubicBezTo>
                    <a:pt x="1213" y="31495"/>
                    <a:pt x="1065" y="31421"/>
                    <a:pt x="917" y="31391"/>
                  </a:cubicBezTo>
                  <a:lnTo>
                    <a:pt x="917" y="27089"/>
                  </a:lnTo>
                  <a:lnTo>
                    <a:pt x="6003" y="22002"/>
                  </a:lnTo>
                  <a:lnTo>
                    <a:pt x="11267" y="22002"/>
                  </a:lnTo>
                  <a:lnTo>
                    <a:pt x="19000" y="14284"/>
                  </a:lnTo>
                  <a:lnTo>
                    <a:pt x="19000" y="9035"/>
                  </a:lnTo>
                  <a:lnTo>
                    <a:pt x="23584" y="4451"/>
                  </a:lnTo>
                  <a:cubicBezTo>
                    <a:pt x="23599" y="4466"/>
                    <a:pt x="23614" y="4466"/>
                    <a:pt x="23643" y="4481"/>
                  </a:cubicBezTo>
                  <a:cubicBezTo>
                    <a:pt x="23614" y="4554"/>
                    <a:pt x="23599" y="4628"/>
                    <a:pt x="23599" y="4702"/>
                  </a:cubicBezTo>
                  <a:cubicBezTo>
                    <a:pt x="23584" y="4895"/>
                    <a:pt x="23658" y="5087"/>
                    <a:pt x="23791" y="5235"/>
                  </a:cubicBezTo>
                  <a:cubicBezTo>
                    <a:pt x="23835" y="5279"/>
                    <a:pt x="23895" y="5323"/>
                    <a:pt x="23939" y="5353"/>
                  </a:cubicBezTo>
                  <a:cubicBezTo>
                    <a:pt x="23909" y="5353"/>
                    <a:pt x="23880" y="5338"/>
                    <a:pt x="23850" y="5338"/>
                  </a:cubicBezTo>
                  <a:cubicBezTo>
                    <a:pt x="23658" y="5338"/>
                    <a:pt x="23466" y="5397"/>
                    <a:pt x="23318" y="5530"/>
                  </a:cubicBezTo>
                  <a:cubicBezTo>
                    <a:pt x="23170" y="5663"/>
                    <a:pt x="23096" y="5856"/>
                    <a:pt x="23081" y="6048"/>
                  </a:cubicBezTo>
                  <a:cubicBezTo>
                    <a:pt x="23081" y="6240"/>
                    <a:pt x="23140" y="6432"/>
                    <a:pt x="23274" y="6580"/>
                  </a:cubicBezTo>
                  <a:cubicBezTo>
                    <a:pt x="23407" y="6713"/>
                    <a:pt x="23569" y="6787"/>
                    <a:pt x="23747" y="6817"/>
                  </a:cubicBezTo>
                  <a:lnTo>
                    <a:pt x="23747" y="11607"/>
                  </a:lnTo>
                  <a:lnTo>
                    <a:pt x="23155" y="12214"/>
                  </a:lnTo>
                  <a:lnTo>
                    <a:pt x="21470" y="12214"/>
                  </a:lnTo>
                  <a:cubicBezTo>
                    <a:pt x="21455" y="12036"/>
                    <a:pt x="21396" y="11888"/>
                    <a:pt x="21277" y="11755"/>
                  </a:cubicBezTo>
                  <a:cubicBezTo>
                    <a:pt x="21277" y="11755"/>
                    <a:pt x="21263" y="11741"/>
                    <a:pt x="21263" y="11741"/>
                  </a:cubicBezTo>
                  <a:cubicBezTo>
                    <a:pt x="21130" y="11607"/>
                    <a:pt x="20952" y="11534"/>
                    <a:pt x="20760" y="11519"/>
                  </a:cubicBezTo>
                  <a:cubicBezTo>
                    <a:pt x="20568" y="11519"/>
                    <a:pt x="20375" y="11593"/>
                    <a:pt x="20242" y="11726"/>
                  </a:cubicBezTo>
                  <a:cubicBezTo>
                    <a:pt x="20095" y="11859"/>
                    <a:pt x="20006" y="12036"/>
                    <a:pt x="20006" y="12228"/>
                  </a:cubicBezTo>
                  <a:cubicBezTo>
                    <a:pt x="19991" y="12435"/>
                    <a:pt x="20065" y="12628"/>
                    <a:pt x="20198" y="12761"/>
                  </a:cubicBezTo>
                  <a:cubicBezTo>
                    <a:pt x="20331" y="12909"/>
                    <a:pt x="20509" y="12997"/>
                    <a:pt x="20701" y="12997"/>
                  </a:cubicBezTo>
                  <a:cubicBezTo>
                    <a:pt x="20718" y="12999"/>
                    <a:pt x="20736" y="12999"/>
                    <a:pt x="20753" y="12999"/>
                  </a:cubicBezTo>
                  <a:cubicBezTo>
                    <a:pt x="20940" y="12999"/>
                    <a:pt x="21111" y="12927"/>
                    <a:pt x="21233" y="12805"/>
                  </a:cubicBezTo>
                  <a:cubicBezTo>
                    <a:pt x="21351" y="12702"/>
                    <a:pt x="21425" y="12569"/>
                    <a:pt x="21455" y="12421"/>
                  </a:cubicBezTo>
                  <a:lnTo>
                    <a:pt x="23244" y="12421"/>
                  </a:lnTo>
                  <a:lnTo>
                    <a:pt x="23969" y="11696"/>
                  </a:lnTo>
                  <a:lnTo>
                    <a:pt x="23969" y="6802"/>
                  </a:lnTo>
                  <a:cubicBezTo>
                    <a:pt x="24102" y="6772"/>
                    <a:pt x="24220" y="6713"/>
                    <a:pt x="24323" y="6625"/>
                  </a:cubicBezTo>
                  <a:cubicBezTo>
                    <a:pt x="24471" y="6491"/>
                    <a:pt x="24545" y="6299"/>
                    <a:pt x="24560" y="6107"/>
                  </a:cubicBezTo>
                  <a:cubicBezTo>
                    <a:pt x="24560" y="5915"/>
                    <a:pt x="24501" y="5723"/>
                    <a:pt x="24368" y="5575"/>
                  </a:cubicBezTo>
                  <a:cubicBezTo>
                    <a:pt x="24353" y="5575"/>
                    <a:pt x="24353" y="5560"/>
                    <a:pt x="24338" y="5560"/>
                  </a:cubicBezTo>
                  <a:cubicBezTo>
                    <a:pt x="24309" y="5516"/>
                    <a:pt x="24264" y="5486"/>
                    <a:pt x="24205" y="5456"/>
                  </a:cubicBezTo>
                  <a:cubicBezTo>
                    <a:pt x="24235" y="5456"/>
                    <a:pt x="24264" y="5471"/>
                    <a:pt x="24309" y="5471"/>
                  </a:cubicBezTo>
                  <a:cubicBezTo>
                    <a:pt x="24501" y="5471"/>
                    <a:pt x="24693" y="5397"/>
                    <a:pt x="24826" y="5264"/>
                  </a:cubicBezTo>
                  <a:cubicBezTo>
                    <a:pt x="24974" y="5131"/>
                    <a:pt x="25063" y="4954"/>
                    <a:pt x="25063" y="4761"/>
                  </a:cubicBezTo>
                  <a:cubicBezTo>
                    <a:pt x="25077" y="4569"/>
                    <a:pt x="25018" y="4392"/>
                    <a:pt x="24885" y="4244"/>
                  </a:cubicBezTo>
                  <a:lnTo>
                    <a:pt x="27842" y="1287"/>
                  </a:lnTo>
                  <a:cubicBezTo>
                    <a:pt x="27976" y="1390"/>
                    <a:pt x="28123" y="1464"/>
                    <a:pt x="28301" y="1464"/>
                  </a:cubicBezTo>
                  <a:cubicBezTo>
                    <a:pt x="28317" y="1465"/>
                    <a:pt x="28333" y="1466"/>
                    <a:pt x="28350" y="1466"/>
                  </a:cubicBezTo>
                  <a:cubicBezTo>
                    <a:pt x="28525" y="1466"/>
                    <a:pt x="28698" y="1394"/>
                    <a:pt x="28833" y="1272"/>
                  </a:cubicBezTo>
                  <a:cubicBezTo>
                    <a:pt x="28981" y="1139"/>
                    <a:pt x="29055" y="961"/>
                    <a:pt x="29070" y="754"/>
                  </a:cubicBezTo>
                  <a:cubicBezTo>
                    <a:pt x="29070" y="562"/>
                    <a:pt x="29011" y="370"/>
                    <a:pt x="28863" y="237"/>
                  </a:cubicBezTo>
                  <a:cubicBezTo>
                    <a:pt x="28863" y="222"/>
                    <a:pt x="28863" y="222"/>
                    <a:pt x="28848" y="207"/>
                  </a:cubicBezTo>
                  <a:cubicBezTo>
                    <a:pt x="28715" y="74"/>
                    <a:pt x="28537" y="0"/>
                    <a:pt x="2836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10800000" flipH="1">
              <a:off x="7690736" y="-689843"/>
              <a:ext cx="2067174" cy="2371946"/>
            </a:xfrm>
            <a:custGeom>
              <a:avLst/>
              <a:gdLst/>
              <a:ahLst/>
              <a:cxnLst/>
              <a:rect l="l" t="t" r="r" b="b"/>
              <a:pathLst>
                <a:path w="29810" h="34205" extrusionOk="0">
                  <a:moveTo>
                    <a:pt x="29070" y="0"/>
                  </a:moveTo>
                  <a:cubicBezTo>
                    <a:pt x="28878" y="0"/>
                    <a:pt x="28700" y="74"/>
                    <a:pt x="28567" y="192"/>
                  </a:cubicBezTo>
                  <a:cubicBezTo>
                    <a:pt x="28419" y="325"/>
                    <a:pt x="28331" y="518"/>
                    <a:pt x="28331" y="710"/>
                  </a:cubicBezTo>
                  <a:cubicBezTo>
                    <a:pt x="28316" y="873"/>
                    <a:pt x="28375" y="1035"/>
                    <a:pt x="28479" y="1168"/>
                  </a:cubicBezTo>
                  <a:lnTo>
                    <a:pt x="26364" y="3283"/>
                  </a:lnTo>
                  <a:lnTo>
                    <a:pt x="26364" y="3327"/>
                  </a:lnTo>
                  <a:lnTo>
                    <a:pt x="26364" y="11031"/>
                  </a:lnTo>
                  <a:lnTo>
                    <a:pt x="23939" y="13456"/>
                  </a:lnTo>
                  <a:lnTo>
                    <a:pt x="18616" y="13456"/>
                  </a:lnTo>
                  <a:lnTo>
                    <a:pt x="13796" y="18261"/>
                  </a:lnTo>
                  <a:lnTo>
                    <a:pt x="10853" y="21144"/>
                  </a:lnTo>
                  <a:lnTo>
                    <a:pt x="8074" y="21144"/>
                  </a:lnTo>
                  <a:lnTo>
                    <a:pt x="5146" y="24057"/>
                  </a:lnTo>
                  <a:lnTo>
                    <a:pt x="5146" y="28892"/>
                  </a:lnTo>
                  <a:lnTo>
                    <a:pt x="1198" y="32840"/>
                  </a:lnTo>
                  <a:cubicBezTo>
                    <a:pt x="1079" y="32765"/>
                    <a:pt x="942" y="32727"/>
                    <a:pt x="805" y="32727"/>
                  </a:cubicBezTo>
                  <a:cubicBezTo>
                    <a:pt x="616" y="32727"/>
                    <a:pt x="427" y="32799"/>
                    <a:pt x="281" y="32944"/>
                  </a:cubicBezTo>
                  <a:cubicBezTo>
                    <a:pt x="0" y="33240"/>
                    <a:pt x="0" y="33698"/>
                    <a:pt x="281" y="33994"/>
                  </a:cubicBezTo>
                  <a:cubicBezTo>
                    <a:pt x="429" y="34134"/>
                    <a:pt x="618" y="34204"/>
                    <a:pt x="806" y="34204"/>
                  </a:cubicBezTo>
                  <a:cubicBezTo>
                    <a:pt x="995" y="34204"/>
                    <a:pt x="1183" y="34134"/>
                    <a:pt x="1331" y="33994"/>
                  </a:cubicBezTo>
                  <a:cubicBezTo>
                    <a:pt x="1597" y="33713"/>
                    <a:pt x="1612" y="33284"/>
                    <a:pt x="1361" y="32988"/>
                  </a:cubicBezTo>
                  <a:lnTo>
                    <a:pt x="5368" y="28996"/>
                  </a:lnTo>
                  <a:lnTo>
                    <a:pt x="5368" y="24146"/>
                  </a:lnTo>
                  <a:lnTo>
                    <a:pt x="8162" y="21366"/>
                  </a:lnTo>
                  <a:lnTo>
                    <a:pt x="10942" y="21366"/>
                  </a:lnTo>
                  <a:lnTo>
                    <a:pt x="10987" y="21337"/>
                  </a:lnTo>
                  <a:lnTo>
                    <a:pt x="13959" y="18424"/>
                  </a:lnTo>
                  <a:lnTo>
                    <a:pt x="18705" y="13677"/>
                  </a:lnTo>
                  <a:lnTo>
                    <a:pt x="24028" y="13677"/>
                  </a:lnTo>
                  <a:lnTo>
                    <a:pt x="26586" y="11134"/>
                  </a:lnTo>
                  <a:lnTo>
                    <a:pt x="26586" y="11075"/>
                  </a:lnTo>
                  <a:lnTo>
                    <a:pt x="26586" y="3371"/>
                  </a:lnTo>
                  <a:lnTo>
                    <a:pt x="28626" y="1331"/>
                  </a:lnTo>
                  <a:cubicBezTo>
                    <a:pt x="28745" y="1420"/>
                    <a:pt x="28893" y="1464"/>
                    <a:pt x="29040" y="1479"/>
                  </a:cubicBezTo>
                  <a:cubicBezTo>
                    <a:pt x="29233" y="1479"/>
                    <a:pt x="29425" y="1420"/>
                    <a:pt x="29573" y="1287"/>
                  </a:cubicBezTo>
                  <a:cubicBezTo>
                    <a:pt x="29706" y="1139"/>
                    <a:pt x="29795" y="961"/>
                    <a:pt x="29809" y="769"/>
                  </a:cubicBezTo>
                  <a:cubicBezTo>
                    <a:pt x="29809" y="562"/>
                    <a:pt x="29735" y="385"/>
                    <a:pt x="29602" y="237"/>
                  </a:cubicBezTo>
                  <a:cubicBezTo>
                    <a:pt x="29602" y="222"/>
                    <a:pt x="29588" y="222"/>
                    <a:pt x="29588" y="207"/>
                  </a:cubicBezTo>
                  <a:cubicBezTo>
                    <a:pt x="29454" y="89"/>
                    <a:pt x="29277" y="0"/>
                    <a:pt x="2910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11"/>
          <p:cNvGrpSpPr/>
          <p:nvPr/>
        </p:nvGrpSpPr>
        <p:grpSpPr>
          <a:xfrm>
            <a:off x="-1299635" y="1140134"/>
            <a:ext cx="3111049" cy="2841636"/>
            <a:chOff x="-1299635" y="1140134"/>
            <a:chExt cx="3111049" cy="2841636"/>
          </a:xfrm>
        </p:grpSpPr>
        <p:sp>
          <p:nvSpPr>
            <p:cNvPr id="114" name="Google Shape;114;p11"/>
            <p:cNvSpPr/>
            <p:nvPr/>
          </p:nvSpPr>
          <p:spPr>
            <a:xfrm rot="2700000" flipH="1">
              <a:off x="-720057" y="1680127"/>
              <a:ext cx="2233987" cy="1766762"/>
            </a:xfrm>
            <a:custGeom>
              <a:avLst/>
              <a:gdLst/>
              <a:ahLst/>
              <a:cxnLst/>
              <a:rect l="l" t="t" r="r" b="b"/>
              <a:pathLst>
                <a:path w="36745" h="29060" extrusionOk="0">
                  <a:moveTo>
                    <a:pt x="35961" y="1"/>
                  </a:moveTo>
                  <a:cubicBezTo>
                    <a:pt x="35562" y="15"/>
                    <a:pt x="35236" y="356"/>
                    <a:pt x="35251" y="755"/>
                  </a:cubicBezTo>
                  <a:cubicBezTo>
                    <a:pt x="35266" y="932"/>
                    <a:pt x="35325" y="1080"/>
                    <a:pt x="35414" y="1198"/>
                  </a:cubicBezTo>
                  <a:lnTo>
                    <a:pt x="33832" y="2780"/>
                  </a:lnTo>
                  <a:lnTo>
                    <a:pt x="25906" y="2780"/>
                  </a:lnTo>
                  <a:lnTo>
                    <a:pt x="20894" y="7793"/>
                  </a:lnTo>
                  <a:lnTo>
                    <a:pt x="20894" y="13412"/>
                  </a:lnTo>
                  <a:lnTo>
                    <a:pt x="13116" y="21189"/>
                  </a:lnTo>
                  <a:lnTo>
                    <a:pt x="7719" y="21189"/>
                  </a:lnTo>
                  <a:lnTo>
                    <a:pt x="1213" y="27695"/>
                  </a:lnTo>
                  <a:cubicBezTo>
                    <a:pt x="1088" y="27620"/>
                    <a:pt x="948" y="27582"/>
                    <a:pt x="809" y="27582"/>
                  </a:cubicBezTo>
                  <a:cubicBezTo>
                    <a:pt x="619" y="27582"/>
                    <a:pt x="433" y="27654"/>
                    <a:pt x="297" y="27799"/>
                  </a:cubicBezTo>
                  <a:cubicBezTo>
                    <a:pt x="1" y="28094"/>
                    <a:pt x="1" y="28553"/>
                    <a:pt x="297" y="28849"/>
                  </a:cubicBezTo>
                  <a:cubicBezTo>
                    <a:pt x="437" y="28989"/>
                    <a:pt x="626" y="29059"/>
                    <a:pt x="814" y="29059"/>
                  </a:cubicBezTo>
                  <a:cubicBezTo>
                    <a:pt x="1003" y="29059"/>
                    <a:pt x="1191" y="28989"/>
                    <a:pt x="1332" y="28849"/>
                  </a:cubicBezTo>
                  <a:cubicBezTo>
                    <a:pt x="1612" y="28568"/>
                    <a:pt x="1612" y="28139"/>
                    <a:pt x="1376" y="27843"/>
                  </a:cubicBezTo>
                  <a:lnTo>
                    <a:pt x="7808" y="21411"/>
                  </a:lnTo>
                  <a:lnTo>
                    <a:pt x="13205" y="21411"/>
                  </a:lnTo>
                  <a:lnTo>
                    <a:pt x="21115" y="13500"/>
                  </a:lnTo>
                  <a:lnTo>
                    <a:pt x="21115" y="7882"/>
                  </a:lnTo>
                  <a:lnTo>
                    <a:pt x="25995" y="3002"/>
                  </a:lnTo>
                  <a:lnTo>
                    <a:pt x="33920" y="3002"/>
                  </a:lnTo>
                  <a:lnTo>
                    <a:pt x="35576" y="1346"/>
                  </a:lnTo>
                  <a:cubicBezTo>
                    <a:pt x="35693" y="1424"/>
                    <a:pt x="35820" y="1467"/>
                    <a:pt x="35959" y="1467"/>
                  </a:cubicBezTo>
                  <a:cubicBezTo>
                    <a:pt x="35979" y="1467"/>
                    <a:pt x="35999" y="1466"/>
                    <a:pt x="36020" y="1465"/>
                  </a:cubicBezTo>
                  <a:cubicBezTo>
                    <a:pt x="36419" y="1450"/>
                    <a:pt x="36744" y="1110"/>
                    <a:pt x="36730" y="710"/>
                  </a:cubicBezTo>
                  <a:cubicBezTo>
                    <a:pt x="36715" y="503"/>
                    <a:pt x="36641" y="341"/>
                    <a:pt x="36508" y="208"/>
                  </a:cubicBezTo>
                  <a:cubicBezTo>
                    <a:pt x="36375" y="75"/>
                    <a:pt x="36197" y="1"/>
                    <a:pt x="359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2700000" flipH="1">
              <a:off x="-817063" y="1701393"/>
              <a:ext cx="2084731" cy="1808104"/>
            </a:xfrm>
            <a:custGeom>
              <a:avLst/>
              <a:gdLst/>
              <a:ahLst/>
              <a:cxnLst/>
              <a:rect l="l" t="t" r="r" b="b"/>
              <a:pathLst>
                <a:path w="34290" h="29740" extrusionOk="0">
                  <a:moveTo>
                    <a:pt x="33521" y="1"/>
                  </a:moveTo>
                  <a:cubicBezTo>
                    <a:pt x="33314" y="15"/>
                    <a:pt x="33136" y="89"/>
                    <a:pt x="33003" y="237"/>
                  </a:cubicBezTo>
                  <a:cubicBezTo>
                    <a:pt x="32870" y="385"/>
                    <a:pt x="32796" y="577"/>
                    <a:pt x="32811" y="770"/>
                  </a:cubicBezTo>
                  <a:cubicBezTo>
                    <a:pt x="32811" y="917"/>
                    <a:pt x="32870" y="1065"/>
                    <a:pt x="32959" y="1184"/>
                  </a:cubicBezTo>
                  <a:lnTo>
                    <a:pt x="30903" y="3224"/>
                  </a:lnTo>
                  <a:lnTo>
                    <a:pt x="23155" y="3224"/>
                  </a:lnTo>
                  <a:lnTo>
                    <a:pt x="20612" y="5767"/>
                  </a:lnTo>
                  <a:lnTo>
                    <a:pt x="20612" y="11105"/>
                  </a:lnTo>
                  <a:lnTo>
                    <a:pt x="15866" y="15851"/>
                  </a:lnTo>
                  <a:lnTo>
                    <a:pt x="12953" y="18824"/>
                  </a:lnTo>
                  <a:lnTo>
                    <a:pt x="12923" y="18853"/>
                  </a:lnTo>
                  <a:lnTo>
                    <a:pt x="12923" y="21648"/>
                  </a:lnTo>
                  <a:lnTo>
                    <a:pt x="10129" y="24442"/>
                  </a:lnTo>
                  <a:lnTo>
                    <a:pt x="5294" y="24442"/>
                  </a:lnTo>
                  <a:lnTo>
                    <a:pt x="1287" y="28435"/>
                  </a:lnTo>
                  <a:cubicBezTo>
                    <a:pt x="1154" y="28323"/>
                    <a:pt x="986" y="28268"/>
                    <a:pt x="817" y="28268"/>
                  </a:cubicBezTo>
                  <a:cubicBezTo>
                    <a:pt x="628" y="28268"/>
                    <a:pt x="437" y="28338"/>
                    <a:pt x="296" y="28479"/>
                  </a:cubicBezTo>
                  <a:cubicBezTo>
                    <a:pt x="0" y="28760"/>
                    <a:pt x="0" y="29233"/>
                    <a:pt x="296" y="29529"/>
                  </a:cubicBezTo>
                  <a:cubicBezTo>
                    <a:pt x="436" y="29669"/>
                    <a:pt x="625" y="29739"/>
                    <a:pt x="815" y="29739"/>
                  </a:cubicBezTo>
                  <a:cubicBezTo>
                    <a:pt x="1006" y="29739"/>
                    <a:pt x="1198" y="29669"/>
                    <a:pt x="1346" y="29529"/>
                  </a:cubicBezTo>
                  <a:cubicBezTo>
                    <a:pt x="1582" y="29277"/>
                    <a:pt x="1627" y="28893"/>
                    <a:pt x="1435" y="28597"/>
                  </a:cubicBezTo>
                  <a:lnTo>
                    <a:pt x="5382" y="24664"/>
                  </a:lnTo>
                  <a:lnTo>
                    <a:pt x="10218" y="24664"/>
                  </a:lnTo>
                  <a:lnTo>
                    <a:pt x="13145" y="21736"/>
                  </a:lnTo>
                  <a:lnTo>
                    <a:pt x="13145" y="18942"/>
                  </a:lnTo>
                  <a:lnTo>
                    <a:pt x="16028" y="15999"/>
                  </a:lnTo>
                  <a:lnTo>
                    <a:pt x="20834" y="11194"/>
                  </a:lnTo>
                  <a:lnTo>
                    <a:pt x="20834" y="5871"/>
                  </a:lnTo>
                  <a:lnTo>
                    <a:pt x="23244" y="3446"/>
                  </a:lnTo>
                  <a:lnTo>
                    <a:pt x="31007" y="3446"/>
                  </a:lnTo>
                  <a:lnTo>
                    <a:pt x="33107" y="1331"/>
                  </a:lnTo>
                  <a:cubicBezTo>
                    <a:pt x="33240" y="1435"/>
                    <a:pt x="33402" y="1479"/>
                    <a:pt x="33580" y="1479"/>
                  </a:cubicBezTo>
                  <a:cubicBezTo>
                    <a:pt x="33772" y="1479"/>
                    <a:pt x="33949" y="1391"/>
                    <a:pt x="34082" y="1243"/>
                  </a:cubicBezTo>
                  <a:cubicBezTo>
                    <a:pt x="34216" y="1095"/>
                    <a:pt x="34289" y="903"/>
                    <a:pt x="34289" y="710"/>
                  </a:cubicBezTo>
                  <a:cubicBezTo>
                    <a:pt x="34275" y="533"/>
                    <a:pt x="34201" y="356"/>
                    <a:pt x="34068" y="222"/>
                  </a:cubicBezTo>
                  <a:cubicBezTo>
                    <a:pt x="34068" y="208"/>
                    <a:pt x="34053" y="208"/>
                    <a:pt x="34053" y="193"/>
                  </a:cubicBezTo>
                  <a:cubicBezTo>
                    <a:pt x="33905" y="75"/>
                    <a:pt x="33728" y="1"/>
                    <a:pt x="3355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2700000" flipH="1">
              <a:off x="-969804" y="1590434"/>
              <a:ext cx="2003870" cy="1762932"/>
            </a:xfrm>
            <a:custGeom>
              <a:avLst/>
              <a:gdLst/>
              <a:ahLst/>
              <a:cxnLst/>
              <a:rect l="l" t="t" r="r" b="b"/>
              <a:pathLst>
                <a:path w="32960" h="28997" extrusionOk="0">
                  <a:moveTo>
                    <a:pt x="32175" y="0"/>
                  </a:moveTo>
                  <a:cubicBezTo>
                    <a:pt x="31983" y="15"/>
                    <a:pt x="31806" y="89"/>
                    <a:pt x="31673" y="237"/>
                  </a:cubicBezTo>
                  <a:cubicBezTo>
                    <a:pt x="31525" y="385"/>
                    <a:pt x="31466" y="577"/>
                    <a:pt x="31466" y="769"/>
                  </a:cubicBezTo>
                  <a:cubicBezTo>
                    <a:pt x="31480" y="932"/>
                    <a:pt x="31540" y="1094"/>
                    <a:pt x="31658" y="1228"/>
                  </a:cubicBezTo>
                  <a:lnTo>
                    <a:pt x="28701" y="4185"/>
                  </a:lnTo>
                  <a:cubicBezTo>
                    <a:pt x="28553" y="4052"/>
                    <a:pt x="28375" y="3993"/>
                    <a:pt x="28183" y="3993"/>
                  </a:cubicBezTo>
                  <a:cubicBezTo>
                    <a:pt x="27991" y="4007"/>
                    <a:pt x="27799" y="4081"/>
                    <a:pt x="27666" y="4229"/>
                  </a:cubicBezTo>
                  <a:cubicBezTo>
                    <a:pt x="27533" y="4377"/>
                    <a:pt x="27459" y="4569"/>
                    <a:pt x="27473" y="4761"/>
                  </a:cubicBezTo>
                  <a:cubicBezTo>
                    <a:pt x="27473" y="4791"/>
                    <a:pt x="27488" y="4821"/>
                    <a:pt x="27488" y="4850"/>
                  </a:cubicBezTo>
                  <a:cubicBezTo>
                    <a:pt x="27459" y="4806"/>
                    <a:pt x="27429" y="4761"/>
                    <a:pt x="27385" y="4717"/>
                  </a:cubicBezTo>
                  <a:cubicBezTo>
                    <a:pt x="27370" y="4717"/>
                    <a:pt x="27370" y="4717"/>
                    <a:pt x="27370" y="4702"/>
                  </a:cubicBezTo>
                  <a:cubicBezTo>
                    <a:pt x="27235" y="4580"/>
                    <a:pt x="27062" y="4508"/>
                    <a:pt x="26886" y="4508"/>
                  </a:cubicBezTo>
                  <a:cubicBezTo>
                    <a:pt x="26870" y="4508"/>
                    <a:pt x="26854" y="4509"/>
                    <a:pt x="26838" y="4510"/>
                  </a:cubicBezTo>
                  <a:cubicBezTo>
                    <a:pt x="26631" y="4510"/>
                    <a:pt x="26453" y="4599"/>
                    <a:pt x="26320" y="4747"/>
                  </a:cubicBezTo>
                  <a:cubicBezTo>
                    <a:pt x="26231" y="4850"/>
                    <a:pt x="26172" y="4968"/>
                    <a:pt x="26143" y="5102"/>
                  </a:cubicBezTo>
                  <a:lnTo>
                    <a:pt x="21248" y="5102"/>
                  </a:lnTo>
                  <a:lnTo>
                    <a:pt x="20509" y="5826"/>
                  </a:lnTo>
                  <a:lnTo>
                    <a:pt x="20509" y="7615"/>
                  </a:lnTo>
                  <a:cubicBezTo>
                    <a:pt x="20361" y="7645"/>
                    <a:pt x="20243" y="7719"/>
                    <a:pt x="20139" y="7822"/>
                  </a:cubicBezTo>
                  <a:cubicBezTo>
                    <a:pt x="20006" y="7970"/>
                    <a:pt x="19932" y="8162"/>
                    <a:pt x="19932" y="8354"/>
                  </a:cubicBezTo>
                  <a:cubicBezTo>
                    <a:pt x="19947" y="8562"/>
                    <a:pt x="20036" y="8739"/>
                    <a:pt x="20169" y="8872"/>
                  </a:cubicBezTo>
                  <a:cubicBezTo>
                    <a:pt x="20304" y="8994"/>
                    <a:pt x="20477" y="9066"/>
                    <a:pt x="20653" y="9066"/>
                  </a:cubicBezTo>
                  <a:cubicBezTo>
                    <a:pt x="20669" y="9066"/>
                    <a:pt x="20685" y="9065"/>
                    <a:pt x="20701" y="9064"/>
                  </a:cubicBezTo>
                  <a:cubicBezTo>
                    <a:pt x="20894" y="9064"/>
                    <a:pt x="21086" y="8976"/>
                    <a:pt x="21219" y="8828"/>
                  </a:cubicBezTo>
                  <a:cubicBezTo>
                    <a:pt x="21352" y="8680"/>
                    <a:pt x="21426" y="8502"/>
                    <a:pt x="21411" y="8295"/>
                  </a:cubicBezTo>
                  <a:cubicBezTo>
                    <a:pt x="21411" y="8118"/>
                    <a:pt x="21337" y="7940"/>
                    <a:pt x="21204" y="7807"/>
                  </a:cubicBezTo>
                  <a:cubicBezTo>
                    <a:pt x="21189" y="7807"/>
                    <a:pt x="21189" y="7793"/>
                    <a:pt x="21175" y="7793"/>
                  </a:cubicBezTo>
                  <a:cubicBezTo>
                    <a:pt x="21056" y="7674"/>
                    <a:pt x="20894" y="7615"/>
                    <a:pt x="20731" y="7600"/>
                  </a:cubicBezTo>
                  <a:lnTo>
                    <a:pt x="20731" y="5915"/>
                  </a:lnTo>
                  <a:lnTo>
                    <a:pt x="21337" y="5323"/>
                  </a:lnTo>
                  <a:lnTo>
                    <a:pt x="26128" y="5323"/>
                  </a:lnTo>
                  <a:cubicBezTo>
                    <a:pt x="26143" y="5501"/>
                    <a:pt x="26217" y="5663"/>
                    <a:pt x="26364" y="5782"/>
                  </a:cubicBezTo>
                  <a:cubicBezTo>
                    <a:pt x="26498" y="5915"/>
                    <a:pt x="26690" y="5989"/>
                    <a:pt x="26897" y="5989"/>
                  </a:cubicBezTo>
                  <a:cubicBezTo>
                    <a:pt x="27089" y="5974"/>
                    <a:pt x="27266" y="5885"/>
                    <a:pt x="27399" y="5752"/>
                  </a:cubicBezTo>
                  <a:cubicBezTo>
                    <a:pt x="27533" y="5604"/>
                    <a:pt x="27607" y="5412"/>
                    <a:pt x="27607" y="5220"/>
                  </a:cubicBezTo>
                  <a:cubicBezTo>
                    <a:pt x="27592" y="5190"/>
                    <a:pt x="27592" y="5146"/>
                    <a:pt x="27592" y="5116"/>
                  </a:cubicBezTo>
                  <a:lnTo>
                    <a:pt x="27592" y="5116"/>
                  </a:lnTo>
                  <a:cubicBezTo>
                    <a:pt x="27621" y="5175"/>
                    <a:pt x="27666" y="5235"/>
                    <a:pt x="27710" y="5279"/>
                  </a:cubicBezTo>
                  <a:cubicBezTo>
                    <a:pt x="27845" y="5401"/>
                    <a:pt x="28018" y="5473"/>
                    <a:pt x="28194" y="5473"/>
                  </a:cubicBezTo>
                  <a:cubicBezTo>
                    <a:pt x="28210" y="5473"/>
                    <a:pt x="28226" y="5472"/>
                    <a:pt x="28242" y="5471"/>
                  </a:cubicBezTo>
                  <a:cubicBezTo>
                    <a:pt x="28316" y="5471"/>
                    <a:pt x="28390" y="5456"/>
                    <a:pt x="28449" y="5427"/>
                  </a:cubicBezTo>
                  <a:cubicBezTo>
                    <a:pt x="28464" y="5442"/>
                    <a:pt x="28479" y="5456"/>
                    <a:pt x="28494" y="5486"/>
                  </a:cubicBezTo>
                  <a:lnTo>
                    <a:pt x="23895" y="10070"/>
                  </a:lnTo>
                  <a:lnTo>
                    <a:pt x="18661" y="10070"/>
                  </a:lnTo>
                  <a:lnTo>
                    <a:pt x="10942" y="17788"/>
                  </a:lnTo>
                  <a:lnTo>
                    <a:pt x="10942" y="23067"/>
                  </a:lnTo>
                  <a:lnTo>
                    <a:pt x="5856" y="28153"/>
                  </a:lnTo>
                  <a:lnTo>
                    <a:pt x="1538" y="28153"/>
                  </a:lnTo>
                  <a:cubicBezTo>
                    <a:pt x="1524" y="27991"/>
                    <a:pt x="1450" y="27857"/>
                    <a:pt x="1331" y="27739"/>
                  </a:cubicBezTo>
                  <a:cubicBezTo>
                    <a:pt x="1191" y="27591"/>
                    <a:pt x="1002" y="27517"/>
                    <a:pt x="814" y="27517"/>
                  </a:cubicBezTo>
                  <a:cubicBezTo>
                    <a:pt x="625" y="27517"/>
                    <a:pt x="437" y="27591"/>
                    <a:pt x="296" y="27739"/>
                  </a:cubicBezTo>
                  <a:cubicBezTo>
                    <a:pt x="1" y="28020"/>
                    <a:pt x="1" y="28493"/>
                    <a:pt x="296" y="28774"/>
                  </a:cubicBezTo>
                  <a:cubicBezTo>
                    <a:pt x="437" y="28922"/>
                    <a:pt x="625" y="28996"/>
                    <a:pt x="814" y="28996"/>
                  </a:cubicBezTo>
                  <a:cubicBezTo>
                    <a:pt x="1002" y="28996"/>
                    <a:pt x="1191" y="28922"/>
                    <a:pt x="1331" y="28774"/>
                  </a:cubicBezTo>
                  <a:cubicBezTo>
                    <a:pt x="1450" y="28671"/>
                    <a:pt x="1524" y="28523"/>
                    <a:pt x="1538" y="28375"/>
                  </a:cubicBezTo>
                  <a:lnTo>
                    <a:pt x="5945" y="28375"/>
                  </a:lnTo>
                  <a:lnTo>
                    <a:pt x="11149" y="23155"/>
                  </a:lnTo>
                  <a:lnTo>
                    <a:pt x="11149" y="17892"/>
                  </a:lnTo>
                  <a:lnTo>
                    <a:pt x="18750" y="10291"/>
                  </a:lnTo>
                  <a:lnTo>
                    <a:pt x="23999" y="10291"/>
                  </a:lnTo>
                  <a:lnTo>
                    <a:pt x="28642" y="5634"/>
                  </a:lnTo>
                  <a:cubicBezTo>
                    <a:pt x="28775" y="5737"/>
                    <a:pt x="28937" y="5782"/>
                    <a:pt x="29115" y="5782"/>
                  </a:cubicBezTo>
                  <a:cubicBezTo>
                    <a:pt x="29307" y="5767"/>
                    <a:pt x="29484" y="5693"/>
                    <a:pt x="29617" y="5545"/>
                  </a:cubicBezTo>
                  <a:cubicBezTo>
                    <a:pt x="29765" y="5397"/>
                    <a:pt x="29824" y="5205"/>
                    <a:pt x="29824" y="5013"/>
                  </a:cubicBezTo>
                  <a:cubicBezTo>
                    <a:pt x="29810" y="4821"/>
                    <a:pt x="29736" y="4658"/>
                    <a:pt x="29603" y="4525"/>
                  </a:cubicBezTo>
                  <a:cubicBezTo>
                    <a:pt x="29603" y="4510"/>
                    <a:pt x="29588" y="4510"/>
                    <a:pt x="29588" y="4495"/>
                  </a:cubicBezTo>
                  <a:cubicBezTo>
                    <a:pt x="29452" y="4373"/>
                    <a:pt x="29280" y="4301"/>
                    <a:pt x="29104" y="4301"/>
                  </a:cubicBezTo>
                  <a:cubicBezTo>
                    <a:pt x="29088" y="4301"/>
                    <a:pt x="29072" y="4302"/>
                    <a:pt x="29056" y="4303"/>
                  </a:cubicBezTo>
                  <a:cubicBezTo>
                    <a:pt x="28982" y="4303"/>
                    <a:pt x="28908" y="4318"/>
                    <a:pt x="28849" y="4347"/>
                  </a:cubicBezTo>
                  <a:lnTo>
                    <a:pt x="31821" y="1361"/>
                  </a:lnTo>
                  <a:cubicBezTo>
                    <a:pt x="31939" y="1449"/>
                    <a:pt x="32087" y="1479"/>
                    <a:pt x="32235" y="1479"/>
                  </a:cubicBezTo>
                  <a:cubicBezTo>
                    <a:pt x="32427" y="1464"/>
                    <a:pt x="32619" y="1390"/>
                    <a:pt x="32752" y="1242"/>
                  </a:cubicBezTo>
                  <a:cubicBezTo>
                    <a:pt x="32885" y="1094"/>
                    <a:pt x="32959" y="902"/>
                    <a:pt x="32944" y="710"/>
                  </a:cubicBezTo>
                  <a:cubicBezTo>
                    <a:pt x="32944" y="518"/>
                    <a:pt x="32856" y="355"/>
                    <a:pt x="32737" y="222"/>
                  </a:cubicBezTo>
                  <a:cubicBezTo>
                    <a:pt x="32723" y="207"/>
                    <a:pt x="32723" y="207"/>
                    <a:pt x="32708" y="193"/>
                  </a:cubicBezTo>
                  <a:cubicBezTo>
                    <a:pt x="32575" y="74"/>
                    <a:pt x="32397" y="0"/>
                    <a:pt x="3220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11"/>
          <p:cNvSpPr/>
          <p:nvPr/>
        </p:nvSpPr>
        <p:spPr>
          <a:xfrm>
            <a:off x="-1017550" y="1470475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7487838" y="-1348025"/>
            <a:ext cx="2818500" cy="28185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11"/>
          <p:cNvGrpSpPr/>
          <p:nvPr/>
        </p:nvGrpSpPr>
        <p:grpSpPr>
          <a:xfrm>
            <a:off x="7037622" y="4721767"/>
            <a:ext cx="1805200" cy="335359"/>
            <a:chOff x="7037622" y="4721767"/>
            <a:chExt cx="1805200" cy="335359"/>
          </a:xfrm>
        </p:grpSpPr>
        <p:sp>
          <p:nvSpPr>
            <p:cNvPr id="120" name="Google Shape;120;p11"/>
            <p:cNvSpPr/>
            <p:nvPr/>
          </p:nvSpPr>
          <p:spPr>
            <a:xfrm rot="5400000" flipH="1">
              <a:off x="8223843" y="4438147"/>
              <a:ext cx="335359" cy="902600"/>
            </a:xfrm>
            <a:custGeom>
              <a:avLst/>
              <a:gdLst/>
              <a:ahLst/>
              <a:cxnLst/>
              <a:rect l="l" t="t" r="r" b="b"/>
              <a:pathLst>
                <a:path w="5516" h="14846" extrusionOk="0">
                  <a:moveTo>
                    <a:pt x="2692" y="0"/>
                  </a:moveTo>
                  <a:cubicBezTo>
                    <a:pt x="2485" y="0"/>
                    <a:pt x="2322" y="163"/>
                    <a:pt x="2322" y="370"/>
                  </a:cubicBezTo>
                  <a:cubicBezTo>
                    <a:pt x="2322" y="577"/>
                    <a:pt x="2485" y="739"/>
                    <a:pt x="2692" y="739"/>
                  </a:cubicBezTo>
                  <a:cubicBezTo>
                    <a:pt x="2780" y="739"/>
                    <a:pt x="2869" y="710"/>
                    <a:pt x="2928" y="651"/>
                  </a:cubicBezTo>
                  <a:lnTo>
                    <a:pt x="5294" y="3002"/>
                  </a:lnTo>
                  <a:lnTo>
                    <a:pt x="5294" y="11918"/>
                  </a:lnTo>
                  <a:lnTo>
                    <a:pt x="2677" y="14535"/>
                  </a:lnTo>
                  <a:lnTo>
                    <a:pt x="489" y="12347"/>
                  </a:lnTo>
                  <a:lnTo>
                    <a:pt x="489" y="3194"/>
                  </a:lnTo>
                  <a:cubicBezTo>
                    <a:pt x="636" y="3135"/>
                    <a:pt x="740" y="3002"/>
                    <a:pt x="740" y="2839"/>
                  </a:cubicBezTo>
                  <a:cubicBezTo>
                    <a:pt x="740" y="2632"/>
                    <a:pt x="577" y="2469"/>
                    <a:pt x="370" y="2469"/>
                  </a:cubicBezTo>
                  <a:cubicBezTo>
                    <a:pt x="163" y="2469"/>
                    <a:pt x="1" y="2632"/>
                    <a:pt x="1" y="2839"/>
                  </a:cubicBezTo>
                  <a:cubicBezTo>
                    <a:pt x="1" y="3017"/>
                    <a:pt x="119" y="3150"/>
                    <a:pt x="282" y="3194"/>
                  </a:cubicBezTo>
                  <a:lnTo>
                    <a:pt x="282" y="12391"/>
                  </a:lnTo>
                  <a:lnTo>
                    <a:pt x="282" y="12435"/>
                  </a:lnTo>
                  <a:lnTo>
                    <a:pt x="2677" y="14845"/>
                  </a:lnTo>
                  <a:lnTo>
                    <a:pt x="5516" y="12007"/>
                  </a:lnTo>
                  <a:lnTo>
                    <a:pt x="5516" y="2957"/>
                  </a:lnTo>
                  <a:lnTo>
                    <a:pt x="5516" y="2913"/>
                  </a:lnTo>
                  <a:lnTo>
                    <a:pt x="3047" y="444"/>
                  </a:lnTo>
                  <a:cubicBezTo>
                    <a:pt x="3061" y="429"/>
                    <a:pt x="3061" y="399"/>
                    <a:pt x="3061" y="370"/>
                  </a:cubicBezTo>
                  <a:cubicBezTo>
                    <a:pt x="3061" y="163"/>
                    <a:pt x="2899" y="0"/>
                    <a:pt x="269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5400000" flipH="1">
              <a:off x="8291273" y="4596345"/>
              <a:ext cx="100741" cy="572652"/>
            </a:xfrm>
            <a:custGeom>
              <a:avLst/>
              <a:gdLst/>
              <a:ahLst/>
              <a:cxnLst/>
              <a:rect l="l" t="t" r="r" b="b"/>
              <a:pathLst>
                <a:path w="1657" h="9419" extrusionOk="0">
                  <a:moveTo>
                    <a:pt x="813" y="0"/>
                  </a:moveTo>
                  <a:cubicBezTo>
                    <a:pt x="621" y="0"/>
                    <a:pt x="429" y="74"/>
                    <a:pt x="281" y="222"/>
                  </a:cubicBezTo>
                  <a:cubicBezTo>
                    <a:pt x="0" y="503"/>
                    <a:pt x="0" y="976"/>
                    <a:pt x="281" y="1257"/>
                  </a:cubicBezTo>
                  <a:cubicBezTo>
                    <a:pt x="414" y="1390"/>
                    <a:pt x="562" y="1449"/>
                    <a:pt x="725" y="1479"/>
                  </a:cubicBezTo>
                  <a:lnTo>
                    <a:pt x="725" y="7955"/>
                  </a:lnTo>
                  <a:cubicBezTo>
                    <a:pt x="577" y="7985"/>
                    <a:pt x="444" y="8044"/>
                    <a:pt x="325" y="8162"/>
                  </a:cubicBezTo>
                  <a:cubicBezTo>
                    <a:pt x="30" y="8443"/>
                    <a:pt x="30" y="8916"/>
                    <a:pt x="325" y="9197"/>
                  </a:cubicBezTo>
                  <a:cubicBezTo>
                    <a:pt x="466" y="9345"/>
                    <a:pt x="654" y="9419"/>
                    <a:pt x="845" y="9419"/>
                  </a:cubicBezTo>
                  <a:cubicBezTo>
                    <a:pt x="1035" y="9419"/>
                    <a:pt x="1227" y="9345"/>
                    <a:pt x="1375" y="9197"/>
                  </a:cubicBezTo>
                  <a:cubicBezTo>
                    <a:pt x="1656" y="8916"/>
                    <a:pt x="1656" y="8443"/>
                    <a:pt x="1375" y="8162"/>
                  </a:cubicBezTo>
                  <a:cubicBezTo>
                    <a:pt x="1242" y="8044"/>
                    <a:pt x="1094" y="7970"/>
                    <a:pt x="946" y="7955"/>
                  </a:cubicBezTo>
                  <a:lnTo>
                    <a:pt x="946" y="1464"/>
                  </a:lnTo>
                  <a:cubicBezTo>
                    <a:pt x="1080" y="1434"/>
                    <a:pt x="1227" y="1375"/>
                    <a:pt x="1331" y="1257"/>
                  </a:cubicBezTo>
                  <a:cubicBezTo>
                    <a:pt x="1627" y="976"/>
                    <a:pt x="1627" y="503"/>
                    <a:pt x="1331" y="222"/>
                  </a:cubicBezTo>
                  <a:cubicBezTo>
                    <a:pt x="1183" y="74"/>
                    <a:pt x="1006" y="0"/>
                    <a:pt x="81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5400000" flipH="1">
              <a:off x="7321243" y="4438147"/>
              <a:ext cx="335359" cy="902600"/>
            </a:xfrm>
            <a:custGeom>
              <a:avLst/>
              <a:gdLst/>
              <a:ahLst/>
              <a:cxnLst/>
              <a:rect l="l" t="t" r="r" b="b"/>
              <a:pathLst>
                <a:path w="5516" h="14846" extrusionOk="0">
                  <a:moveTo>
                    <a:pt x="2692" y="0"/>
                  </a:moveTo>
                  <a:cubicBezTo>
                    <a:pt x="2485" y="0"/>
                    <a:pt x="2322" y="163"/>
                    <a:pt x="2322" y="370"/>
                  </a:cubicBezTo>
                  <a:cubicBezTo>
                    <a:pt x="2322" y="577"/>
                    <a:pt x="2485" y="739"/>
                    <a:pt x="2692" y="739"/>
                  </a:cubicBezTo>
                  <a:cubicBezTo>
                    <a:pt x="2780" y="739"/>
                    <a:pt x="2869" y="710"/>
                    <a:pt x="2928" y="651"/>
                  </a:cubicBezTo>
                  <a:lnTo>
                    <a:pt x="5294" y="3002"/>
                  </a:lnTo>
                  <a:lnTo>
                    <a:pt x="5294" y="11918"/>
                  </a:lnTo>
                  <a:lnTo>
                    <a:pt x="2677" y="14535"/>
                  </a:lnTo>
                  <a:lnTo>
                    <a:pt x="489" y="12347"/>
                  </a:lnTo>
                  <a:lnTo>
                    <a:pt x="489" y="3194"/>
                  </a:lnTo>
                  <a:cubicBezTo>
                    <a:pt x="636" y="3135"/>
                    <a:pt x="740" y="3002"/>
                    <a:pt x="740" y="2839"/>
                  </a:cubicBezTo>
                  <a:cubicBezTo>
                    <a:pt x="740" y="2632"/>
                    <a:pt x="577" y="2469"/>
                    <a:pt x="370" y="2469"/>
                  </a:cubicBezTo>
                  <a:cubicBezTo>
                    <a:pt x="163" y="2469"/>
                    <a:pt x="1" y="2632"/>
                    <a:pt x="1" y="2839"/>
                  </a:cubicBezTo>
                  <a:cubicBezTo>
                    <a:pt x="1" y="3017"/>
                    <a:pt x="119" y="3150"/>
                    <a:pt x="282" y="3194"/>
                  </a:cubicBezTo>
                  <a:lnTo>
                    <a:pt x="282" y="12391"/>
                  </a:lnTo>
                  <a:lnTo>
                    <a:pt x="282" y="12435"/>
                  </a:lnTo>
                  <a:lnTo>
                    <a:pt x="2677" y="14845"/>
                  </a:lnTo>
                  <a:lnTo>
                    <a:pt x="5516" y="12007"/>
                  </a:lnTo>
                  <a:lnTo>
                    <a:pt x="5516" y="2957"/>
                  </a:lnTo>
                  <a:lnTo>
                    <a:pt x="5516" y="2913"/>
                  </a:lnTo>
                  <a:lnTo>
                    <a:pt x="3047" y="444"/>
                  </a:lnTo>
                  <a:cubicBezTo>
                    <a:pt x="3061" y="429"/>
                    <a:pt x="3061" y="399"/>
                    <a:pt x="3061" y="370"/>
                  </a:cubicBezTo>
                  <a:cubicBezTo>
                    <a:pt x="3061" y="163"/>
                    <a:pt x="2899" y="0"/>
                    <a:pt x="269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5400000" flipH="1">
              <a:off x="7388673" y="4596345"/>
              <a:ext cx="100741" cy="572652"/>
            </a:xfrm>
            <a:custGeom>
              <a:avLst/>
              <a:gdLst/>
              <a:ahLst/>
              <a:cxnLst/>
              <a:rect l="l" t="t" r="r" b="b"/>
              <a:pathLst>
                <a:path w="1657" h="9419" extrusionOk="0">
                  <a:moveTo>
                    <a:pt x="813" y="0"/>
                  </a:moveTo>
                  <a:cubicBezTo>
                    <a:pt x="621" y="0"/>
                    <a:pt x="429" y="74"/>
                    <a:pt x="281" y="222"/>
                  </a:cubicBezTo>
                  <a:cubicBezTo>
                    <a:pt x="0" y="503"/>
                    <a:pt x="0" y="976"/>
                    <a:pt x="281" y="1257"/>
                  </a:cubicBezTo>
                  <a:cubicBezTo>
                    <a:pt x="414" y="1390"/>
                    <a:pt x="562" y="1449"/>
                    <a:pt x="725" y="1479"/>
                  </a:cubicBezTo>
                  <a:lnTo>
                    <a:pt x="725" y="7955"/>
                  </a:lnTo>
                  <a:cubicBezTo>
                    <a:pt x="577" y="7985"/>
                    <a:pt x="444" y="8044"/>
                    <a:pt x="325" y="8162"/>
                  </a:cubicBezTo>
                  <a:cubicBezTo>
                    <a:pt x="30" y="8443"/>
                    <a:pt x="30" y="8916"/>
                    <a:pt x="325" y="9197"/>
                  </a:cubicBezTo>
                  <a:cubicBezTo>
                    <a:pt x="466" y="9345"/>
                    <a:pt x="654" y="9419"/>
                    <a:pt x="845" y="9419"/>
                  </a:cubicBezTo>
                  <a:cubicBezTo>
                    <a:pt x="1035" y="9419"/>
                    <a:pt x="1227" y="9345"/>
                    <a:pt x="1375" y="9197"/>
                  </a:cubicBezTo>
                  <a:cubicBezTo>
                    <a:pt x="1656" y="8916"/>
                    <a:pt x="1656" y="8443"/>
                    <a:pt x="1375" y="8162"/>
                  </a:cubicBezTo>
                  <a:cubicBezTo>
                    <a:pt x="1242" y="8044"/>
                    <a:pt x="1094" y="7970"/>
                    <a:pt x="946" y="7955"/>
                  </a:cubicBezTo>
                  <a:lnTo>
                    <a:pt x="946" y="1464"/>
                  </a:lnTo>
                  <a:cubicBezTo>
                    <a:pt x="1080" y="1434"/>
                    <a:pt x="1227" y="1375"/>
                    <a:pt x="1331" y="1257"/>
                  </a:cubicBezTo>
                  <a:cubicBezTo>
                    <a:pt x="1627" y="976"/>
                    <a:pt x="1627" y="503"/>
                    <a:pt x="1331" y="222"/>
                  </a:cubicBezTo>
                  <a:cubicBezTo>
                    <a:pt x="1183" y="74"/>
                    <a:pt x="1006" y="0"/>
                    <a:pt x="81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>
            <a:spLocks noGrp="1"/>
          </p:cNvSpPr>
          <p:nvPr>
            <p:ph type="title" hasCustomPrompt="1"/>
          </p:nvPr>
        </p:nvSpPr>
        <p:spPr>
          <a:xfrm>
            <a:off x="1838088" y="553575"/>
            <a:ext cx="54678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3" name="Google Shape;273;p21"/>
          <p:cNvSpPr txBox="1">
            <a:spLocks noGrp="1"/>
          </p:cNvSpPr>
          <p:nvPr>
            <p:ph type="subTitle" idx="1"/>
          </p:nvPr>
        </p:nvSpPr>
        <p:spPr>
          <a:xfrm>
            <a:off x="1838088" y="1099145"/>
            <a:ext cx="5467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1"/>
          <p:cNvSpPr txBox="1">
            <a:spLocks noGrp="1"/>
          </p:cNvSpPr>
          <p:nvPr>
            <p:ph type="title" idx="2" hasCustomPrompt="1"/>
          </p:nvPr>
        </p:nvSpPr>
        <p:spPr>
          <a:xfrm>
            <a:off x="1838088" y="2078252"/>
            <a:ext cx="54678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5" name="Google Shape;275;p21"/>
          <p:cNvSpPr txBox="1">
            <a:spLocks noGrp="1"/>
          </p:cNvSpPr>
          <p:nvPr>
            <p:ph type="subTitle" idx="3"/>
          </p:nvPr>
        </p:nvSpPr>
        <p:spPr>
          <a:xfrm>
            <a:off x="1838088" y="2625222"/>
            <a:ext cx="5467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1"/>
          <p:cNvSpPr txBox="1">
            <a:spLocks noGrp="1"/>
          </p:cNvSpPr>
          <p:nvPr>
            <p:ph type="title" idx="4" hasCustomPrompt="1"/>
          </p:nvPr>
        </p:nvSpPr>
        <p:spPr>
          <a:xfrm>
            <a:off x="1838088" y="3602930"/>
            <a:ext cx="54678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7" name="Google Shape;277;p21"/>
          <p:cNvSpPr txBox="1">
            <a:spLocks noGrp="1"/>
          </p:cNvSpPr>
          <p:nvPr>
            <p:ph type="subTitle" idx="5"/>
          </p:nvPr>
        </p:nvSpPr>
        <p:spPr>
          <a:xfrm>
            <a:off x="1838088" y="4151299"/>
            <a:ext cx="5467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7331300" y="-300887"/>
            <a:ext cx="2260800" cy="22608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-138400" y="3376825"/>
            <a:ext cx="2260800" cy="22608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>
            <a:spLocks noGrp="1"/>
          </p:cNvSpPr>
          <p:nvPr>
            <p:ph type="ctrTitle"/>
          </p:nvPr>
        </p:nvSpPr>
        <p:spPr>
          <a:xfrm>
            <a:off x="2382250" y="772088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subTitle" idx="1"/>
          </p:nvPr>
        </p:nvSpPr>
        <p:spPr>
          <a:xfrm>
            <a:off x="2382350" y="1911388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5944317" y="-1855125"/>
            <a:ext cx="4239000" cy="42390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" name="Google Shape;284;p22"/>
          <p:cNvGrpSpPr/>
          <p:nvPr/>
        </p:nvGrpSpPr>
        <p:grpSpPr>
          <a:xfrm>
            <a:off x="-1020133" y="-2925727"/>
            <a:ext cx="5110744" cy="5069576"/>
            <a:chOff x="-1020133" y="-2925727"/>
            <a:chExt cx="5110744" cy="5069576"/>
          </a:xfrm>
        </p:grpSpPr>
        <p:sp>
          <p:nvSpPr>
            <p:cNvPr id="285" name="Google Shape;285;p22"/>
            <p:cNvSpPr/>
            <p:nvPr/>
          </p:nvSpPr>
          <p:spPr>
            <a:xfrm rot="2700100">
              <a:off x="2564196" y="-268220"/>
              <a:ext cx="1072552" cy="1044797"/>
            </a:xfrm>
            <a:custGeom>
              <a:avLst/>
              <a:gdLst/>
              <a:ahLst/>
              <a:cxnLst/>
              <a:rect l="l" t="t" r="r" b="b"/>
              <a:pathLst>
                <a:path w="17641" h="17185" extrusionOk="0">
                  <a:moveTo>
                    <a:pt x="16857" y="1"/>
                  </a:moveTo>
                  <a:cubicBezTo>
                    <a:pt x="16443" y="30"/>
                    <a:pt x="16132" y="371"/>
                    <a:pt x="16147" y="770"/>
                  </a:cubicBezTo>
                  <a:cubicBezTo>
                    <a:pt x="16147" y="947"/>
                    <a:pt x="16206" y="1095"/>
                    <a:pt x="16310" y="1213"/>
                  </a:cubicBezTo>
                  <a:lnTo>
                    <a:pt x="14122" y="3402"/>
                  </a:lnTo>
                  <a:lnTo>
                    <a:pt x="8473" y="3402"/>
                  </a:lnTo>
                  <a:lnTo>
                    <a:pt x="607" y="11283"/>
                  </a:lnTo>
                  <a:lnTo>
                    <a:pt x="607" y="15733"/>
                  </a:lnTo>
                  <a:cubicBezTo>
                    <a:pt x="444" y="15763"/>
                    <a:pt x="311" y="15837"/>
                    <a:pt x="193" y="15955"/>
                  </a:cubicBezTo>
                  <a:cubicBezTo>
                    <a:pt x="60" y="16088"/>
                    <a:pt x="1" y="16281"/>
                    <a:pt x="1" y="16473"/>
                  </a:cubicBezTo>
                  <a:cubicBezTo>
                    <a:pt x="15" y="16680"/>
                    <a:pt x="89" y="16857"/>
                    <a:pt x="237" y="16990"/>
                  </a:cubicBezTo>
                  <a:cubicBezTo>
                    <a:pt x="373" y="17112"/>
                    <a:pt x="545" y="17184"/>
                    <a:pt x="721" y="17184"/>
                  </a:cubicBezTo>
                  <a:cubicBezTo>
                    <a:pt x="737" y="17184"/>
                    <a:pt x="753" y="17184"/>
                    <a:pt x="770" y="17182"/>
                  </a:cubicBezTo>
                  <a:cubicBezTo>
                    <a:pt x="962" y="17182"/>
                    <a:pt x="1154" y="17094"/>
                    <a:pt x="1287" y="16946"/>
                  </a:cubicBezTo>
                  <a:cubicBezTo>
                    <a:pt x="1420" y="16813"/>
                    <a:pt x="1479" y="16621"/>
                    <a:pt x="1479" y="16428"/>
                  </a:cubicBezTo>
                  <a:cubicBezTo>
                    <a:pt x="1465" y="16236"/>
                    <a:pt x="1391" y="16059"/>
                    <a:pt x="1258" y="15926"/>
                  </a:cubicBezTo>
                  <a:cubicBezTo>
                    <a:pt x="1258" y="15926"/>
                    <a:pt x="1243" y="15911"/>
                    <a:pt x="1243" y="15911"/>
                  </a:cubicBezTo>
                  <a:cubicBezTo>
                    <a:pt x="1124" y="15793"/>
                    <a:pt x="977" y="15733"/>
                    <a:pt x="814" y="15719"/>
                  </a:cubicBezTo>
                  <a:lnTo>
                    <a:pt x="814" y="11372"/>
                  </a:lnTo>
                  <a:lnTo>
                    <a:pt x="8577" y="3624"/>
                  </a:lnTo>
                  <a:lnTo>
                    <a:pt x="14210" y="3624"/>
                  </a:lnTo>
                  <a:lnTo>
                    <a:pt x="16473" y="1361"/>
                  </a:lnTo>
                  <a:cubicBezTo>
                    <a:pt x="16589" y="1439"/>
                    <a:pt x="16716" y="1482"/>
                    <a:pt x="16855" y="1482"/>
                  </a:cubicBezTo>
                  <a:cubicBezTo>
                    <a:pt x="16875" y="1482"/>
                    <a:pt x="16895" y="1481"/>
                    <a:pt x="16916" y="1480"/>
                  </a:cubicBezTo>
                  <a:cubicBezTo>
                    <a:pt x="17315" y="1465"/>
                    <a:pt x="17641" y="1125"/>
                    <a:pt x="17626" y="711"/>
                  </a:cubicBezTo>
                  <a:cubicBezTo>
                    <a:pt x="17611" y="518"/>
                    <a:pt x="17537" y="356"/>
                    <a:pt x="17404" y="223"/>
                  </a:cubicBezTo>
                  <a:cubicBezTo>
                    <a:pt x="17271" y="90"/>
                    <a:pt x="17079" y="1"/>
                    <a:pt x="1688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 rot="2700100">
              <a:off x="3169861" y="-326669"/>
              <a:ext cx="748008" cy="352440"/>
            </a:xfrm>
            <a:custGeom>
              <a:avLst/>
              <a:gdLst/>
              <a:ahLst/>
              <a:cxnLst/>
              <a:rect l="l" t="t" r="r" b="b"/>
              <a:pathLst>
                <a:path w="12303" h="5797" extrusionOk="0">
                  <a:moveTo>
                    <a:pt x="11519" y="0"/>
                  </a:moveTo>
                  <a:cubicBezTo>
                    <a:pt x="11120" y="15"/>
                    <a:pt x="10795" y="355"/>
                    <a:pt x="10809" y="754"/>
                  </a:cubicBezTo>
                  <a:cubicBezTo>
                    <a:pt x="10824" y="947"/>
                    <a:pt x="10898" y="1109"/>
                    <a:pt x="11016" y="1227"/>
                  </a:cubicBezTo>
                  <a:lnTo>
                    <a:pt x="7275" y="4968"/>
                  </a:lnTo>
                  <a:lnTo>
                    <a:pt x="1494" y="4968"/>
                  </a:lnTo>
                  <a:cubicBezTo>
                    <a:pt x="1464" y="4791"/>
                    <a:pt x="1391" y="4658"/>
                    <a:pt x="1287" y="4540"/>
                  </a:cubicBezTo>
                  <a:cubicBezTo>
                    <a:pt x="1139" y="4392"/>
                    <a:pt x="947" y="4318"/>
                    <a:pt x="725" y="4318"/>
                  </a:cubicBezTo>
                  <a:cubicBezTo>
                    <a:pt x="326" y="4333"/>
                    <a:pt x="1" y="4687"/>
                    <a:pt x="15" y="5087"/>
                  </a:cubicBezTo>
                  <a:cubicBezTo>
                    <a:pt x="30" y="5491"/>
                    <a:pt x="369" y="5797"/>
                    <a:pt x="757" y="5797"/>
                  </a:cubicBezTo>
                  <a:cubicBezTo>
                    <a:pt x="766" y="5797"/>
                    <a:pt x="775" y="5797"/>
                    <a:pt x="784" y="5796"/>
                  </a:cubicBezTo>
                  <a:cubicBezTo>
                    <a:pt x="1139" y="5782"/>
                    <a:pt x="1435" y="5515"/>
                    <a:pt x="1494" y="5175"/>
                  </a:cubicBezTo>
                  <a:lnTo>
                    <a:pt x="7379" y="5175"/>
                  </a:lnTo>
                  <a:lnTo>
                    <a:pt x="11179" y="1375"/>
                  </a:lnTo>
                  <a:cubicBezTo>
                    <a:pt x="11282" y="1427"/>
                    <a:pt x="11396" y="1467"/>
                    <a:pt x="11521" y="1467"/>
                  </a:cubicBezTo>
                  <a:cubicBezTo>
                    <a:pt x="11540" y="1467"/>
                    <a:pt x="11559" y="1466"/>
                    <a:pt x="11578" y="1464"/>
                  </a:cubicBezTo>
                  <a:cubicBezTo>
                    <a:pt x="11992" y="1449"/>
                    <a:pt x="12303" y="1109"/>
                    <a:pt x="12288" y="710"/>
                  </a:cubicBezTo>
                  <a:cubicBezTo>
                    <a:pt x="12288" y="518"/>
                    <a:pt x="12214" y="340"/>
                    <a:pt x="12081" y="207"/>
                  </a:cubicBezTo>
                  <a:cubicBezTo>
                    <a:pt x="12066" y="207"/>
                    <a:pt x="12066" y="192"/>
                    <a:pt x="12051" y="192"/>
                  </a:cubicBezTo>
                  <a:cubicBezTo>
                    <a:pt x="11918" y="59"/>
                    <a:pt x="11741" y="0"/>
                    <a:pt x="1154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 rot="2700100">
              <a:off x="2979212" y="-572660"/>
              <a:ext cx="951197" cy="847146"/>
            </a:xfrm>
            <a:custGeom>
              <a:avLst/>
              <a:gdLst/>
              <a:ahLst/>
              <a:cxnLst/>
              <a:rect l="l" t="t" r="r" b="b"/>
              <a:pathLst>
                <a:path w="15645" h="13934" extrusionOk="0">
                  <a:moveTo>
                    <a:pt x="14890" y="1"/>
                  </a:moveTo>
                  <a:cubicBezTo>
                    <a:pt x="14875" y="1"/>
                    <a:pt x="14861" y="1"/>
                    <a:pt x="14861" y="16"/>
                  </a:cubicBezTo>
                  <a:cubicBezTo>
                    <a:pt x="14447" y="30"/>
                    <a:pt x="14136" y="370"/>
                    <a:pt x="14151" y="770"/>
                  </a:cubicBezTo>
                  <a:cubicBezTo>
                    <a:pt x="14151" y="918"/>
                    <a:pt x="14210" y="1051"/>
                    <a:pt x="14284" y="1154"/>
                  </a:cubicBezTo>
                  <a:lnTo>
                    <a:pt x="10159" y="5279"/>
                  </a:lnTo>
                  <a:lnTo>
                    <a:pt x="3239" y="5279"/>
                  </a:lnTo>
                  <a:lnTo>
                    <a:pt x="666" y="7852"/>
                  </a:lnTo>
                  <a:lnTo>
                    <a:pt x="666" y="12466"/>
                  </a:lnTo>
                  <a:cubicBezTo>
                    <a:pt x="533" y="12495"/>
                    <a:pt x="400" y="12569"/>
                    <a:pt x="281" y="12673"/>
                  </a:cubicBezTo>
                  <a:cubicBezTo>
                    <a:pt x="1" y="12954"/>
                    <a:pt x="1" y="13427"/>
                    <a:pt x="281" y="13722"/>
                  </a:cubicBezTo>
                  <a:cubicBezTo>
                    <a:pt x="429" y="13863"/>
                    <a:pt x="618" y="13933"/>
                    <a:pt x="806" y="13933"/>
                  </a:cubicBezTo>
                  <a:cubicBezTo>
                    <a:pt x="995" y="13933"/>
                    <a:pt x="1183" y="13863"/>
                    <a:pt x="1331" y="13722"/>
                  </a:cubicBezTo>
                  <a:cubicBezTo>
                    <a:pt x="1612" y="13427"/>
                    <a:pt x="1612" y="12954"/>
                    <a:pt x="1331" y="12673"/>
                  </a:cubicBezTo>
                  <a:cubicBezTo>
                    <a:pt x="1213" y="12554"/>
                    <a:pt x="1050" y="12480"/>
                    <a:pt x="888" y="12466"/>
                  </a:cubicBezTo>
                  <a:lnTo>
                    <a:pt x="888" y="7941"/>
                  </a:lnTo>
                  <a:lnTo>
                    <a:pt x="3342" y="5501"/>
                  </a:lnTo>
                  <a:lnTo>
                    <a:pt x="10247" y="5501"/>
                  </a:lnTo>
                  <a:lnTo>
                    <a:pt x="14432" y="1317"/>
                  </a:lnTo>
                  <a:cubicBezTo>
                    <a:pt x="14551" y="1423"/>
                    <a:pt x="14695" y="1482"/>
                    <a:pt x="14862" y="1482"/>
                  </a:cubicBezTo>
                  <a:cubicBezTo>
                    <a:pt x="14881" y="1482"/>
                    <a:pt x="14900" y="1481"/>
                    <a:pt x="14920" y="1479"/>
                  </a:cubicBezTo>
                  <a:cubicBezTo>
                    <a:pt x="15319" y="1465"/>
                    <a:pt x="15644" y="1125"/>
                    <a:pt x="15630" y="711"/>
                  </a:cubicBezTo>
                  <a:cubicBezTo>
                    <a:pt x="15615" y="518"/>
                    <a:pt x="15541" y="356"/>
                    <a:pt x="15408" y="223"/>
                  </a:cubicBezTo>
                  <a:cubicBezTo>
                    <a:pt x="15275" y="90"/>
                    <a:pt x="15082" y="1"/>
                    <a:pt x="148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 rot="2700100">
              <a:off x="2645372" y="16425"/>
              <a:ext cx="970045" cy="598790"/>
            </a:xfrm>
            <a:custGeom>
              <a:avLst/>
              <a:gdLst/>
              <a:ahLst/>
              <a:cxnLst/>
              <a:rect l="l" t="t" r="r" b="b"/>
              <a:pathLst>
                <a:path w="15955" h="9849" extrusionOk="0">
                  <a:moveTo>
                    <a:pt x="15171" y="1"/>
                  </a:moveTo>
                  <a:cubicBezTo>
                    <a:pt x="14979" y="15"/>
                    <a:pt x="14786" y="89"/>
                    <a:pt x="14653" y="237"/>
                  </a:cubicBezTo>
                  <a:cubicBezTo>
                    <a:pt x="14520" y="385"/>
                    <a:pt x="14461" y="577"/>
                    <a:pt x="14461" y="769"/>
                  </a:cubicBezTo>
                  <a:cubicBezTo>
                    <a:pt x="14476" y="932"/>
                    <a:pt x="14535" y="1080"/>
                    <a:pt x="14638" y="1213"/>
                  </a:cubicBezTo>
                  <a:lnTo>
                    <a:pt x="12391" y="3446"/>
                  </a:lnTo>
                  <a:lnTo>
                    <a:pt x="6284" y="3446"/>
                  </a:lnTo>
                  <a:lnTo>
                    <a:pt x="1198" y="8532"/>
                  </a:lnTo>
                  <a:cubicBezTo>
                    <a:pt x="1065" y="8429"/>
                    <a:pt x="902" y="8370"/>
                    <a:pt x="725" y="8370"/>
                  </a:cubicBezTo>
                  <a:cubicBezTo>
                    <a:pt x="311" y="8399"/>
                    <a:pt x="0" y="8739"/>
                    <a:pt x="15" y="9138"/>
                  </a:cubicBezTo>
                  <a:cubicBezTo>
                    <a:pt x="29" y="9543"/>
                    <a:pt x="354" y="9849"/>
                    <a:pt x="755" y="9849"/>
                  </a:cubicBezTo>
                  <a:cubicBezTo>
                    <a:pt x="765" y="9849"/>
                    <a:pt x="774" y="9848"/>
                    <a:pt x="784" y="9848"/>
                  </a:cubicBezTo>
                  <a:cubicBezTo>
                    <a:pt x="1183" y="9833"/>
                    <a:pt x="1508" y="9493"/>
                    <a:pt x="1494" y="9079"/>
                  </a:cubicBezTo>
                  <a:cubicBezTo>
                    <a:pt x="1479" y="8946"/>
                    <a:pt x="1434" y="8798"/>
                    <a:pt x="1360" y="8695"/>
                  </a:cubicBezTo>
                  <a:lnTo>
                    <a:pt x="6373" y="3668"/>
                  </a:lnTo>
                  <a:lnTo>
                    <a:pt x="12494" y="3668"/>
                  </a:lnTo>
                  <a:lnTo>
                    <a:pt x="14801" y="1361"/>
                  </a:lnTo>
                  <a:cubicBezTo>
                    <a:pt x="14934" y="1435"/>
                    <a:pt x="15082" y="1479"/>
                    <a:pt x="15230" y="1479"/>
                  </a:cubicBezTo>
                  <a:cubicBezTo>
                    <a:pt x="15422" y="1464"/>
                    <a:pt x="15614" y="1390"/>
                    <a:pt x="15747" y="1243"/>
                  </a:cubicBezTo>
                  <a:cubicBezTo>
                    <a:pt x="15881" y="1095"/>
                    <a:pt x="15954" y="903"/>
                    <a:pt x="15940" y="710"/>
                  </a:cubicBezTo>
                  <a:cubicBezTo>
                    <a:pt x="15940" y="518"/>
                    <a:pt x="15851" y="355"/>
                    <a:pt x="15718" y="222"/>
                  </a:cubicBezTo>
                  <a:cubicBezTo>
                    <a:pt x="15718" y="208"/>
                    <a:pt x="15718" y="208"/>
                    <a:pt x="15703" y="193"/>
                  </a:cubicBezTo>
                  <a:cubicBezTo>
                    <a:pt x="15570" y="74"/>
                    <a:pt x="15393" y="1"/>
                    <a:pt x="1520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 rot="2700100">
              <a:off x="-335103" y="-2125935"/>
              <a:ext cx="3699364" cy="3469991"/>
            </a:xfrm>
            <a:custGeom>
              <a:avLst/>
              <a:gdLst/>
              <a:ahLst/>
              <a:cxnLst/>
              <a:rect l="l" t="t" r="r" b="b"/>
              <a:pathLst>
                <a:path w="60846" h="57075" extrusionOk="0">
                  <a:moveTo>
                    <a:pt x="35280" y="25832"/>
                  </a:moveTo>
                  <a:cubicBezTo>
                    <a:pt x="35310" y="25920"/>
                    <a:pt x="35354" y="25994"/>
                    <a:pt x="35413" y="26053"/>
                  </a:cubicBezTo>
                  <a:lnTo>
                    <a:pt x="33831" y="27650"/>
                  </a:lnTo>
                  <a:lnTo>
                    <a:pt x="33476" y="27650"/>
                  </a:lnTo>
                  <a:lnTo>
                    <a:pt x="35280" y="25832"/>
                  </a:lnTo>
                  <a:close/>
                  <a:moveTo>
                    <a:pt x="32944" y="27872"/>
                  </a:moveTo>
                  <a:lnTo>
                    <a:pt x="30563" y="30238"/>
                  </a:lnTo>
                  <a:lnTo>
                    <a:pt x="27665" y="30238"/>
                  </a:lnTo>
                  <a:lnTo>
                    <a:pt x="30031" y="27872"/>
                  </a:lnTo>
                  <a:close/>
                  <a:moveTo>
                    <a:pt x="35561" y="27902"/>
                  </a:moveTo>
                  <a:cubicBezTo>
                    <a:pt x="35576" y="28005"/>
                    <a:pt x="35620" y="28109"/>
                    <a:pt x="35679" y="28183"/>
                  </a:cubicBezTo>
                  <a:lnTo>
                    <a:pt x="33639" y="30238"/>
                  </a:lnTo>
                  <a:lnTo>
                    <a:pt x="33225" y="30238"/>
                  </a:lnTo>
                  <a:lnTo>
                    <a:pt x="35561" y="27902"/>
                  </a:lnTo>
                  <a:close/>
                  <a:moveTo>
                    <a:pt x="32693" y="30460"/>
                  </a:moveTo>
                  <a:lnTo>
                    <a:pt x="31229" y="31924"/>
                  </a:lnTo>
                  <a:lnTo>
                    <a:pt x="29188" y="31924"/>
                  </a:lnTo>
                  <a:lnTo>
                    <a:pt x="30667" y="30460"/>
                  </a:lnTo>
                  <a:close/>
                  <a:moveTo>
                    <a:pt x="37557" y="30903"/>
                  </a:moveTo>
                  <a:cubicBezTo>
                    <a:pt x="37572" y="31036"/>
                    <a:pt x="37616" y="31140"/>
                    <a:pt x="37690" y="31243"/>
                  </a:cubicBezTo>
                  <a:lnTo>
                    <a:pt x="36522" y="32411"/>
                  </a:lnTo>
                  <a:cubicBezTo>
                    <a:pt x="36457" y="32390"/>
                    <a:pt x="36392" y="32376"/>
                    <a:pt x="36322" y="32376"/>
                  </a:cubicBezTo>
                  <a:cubicBezTo>
                    <a:pt x="36296" y="32376"/>
                    <a:pt x="36269" y="32378"/>
                    <a:pt x="36241" y="32382"/>
                  </a:cubicBezTo>
                  <a:cubicBezTo>
                    <a:pt x="36167" y="32382"/>
                    <a:pt x="36108" y="32397"/>
                    <a:pt x="36034" y="32411"/>
                  </a:cubicBezTo>
                  <a:lnTo>
                    <a:pt x="37557" y="30903"/>
                  </a:lnTo>
                  <a:close/>
                  <a:moveTo>
                    <a:pt x="33742" y="32145"/>
                  </a:moveTo>
                  <a:lnTo>
                    <a:pt x="32722" y="33166"/>
                  </a:lnTo>
                  <a:lnTo>
                    <a:pt x="30475" y="33166"/>
                  </a:lnTo>
                  <a:lnTo>
                    <a:pt x="30475" y="32988"/>
                  </a:lnTo>
                  <a:lnTo>
                    <a:pt x="31317" y="32145"/>
                  </a:lnTo>
                  <a:close/>
                  <a:moveTo>
                    <a:pt x="38829" y="28360"/>
                  </a:moveTo>
                  <a:cubicBezTo>
                    <a:pt x="38711" y="28493"/>
                    <a:pt x="38651" y="28656"/>
                    <a:pt x="38666" y="28833"/>
                  </a:cubicBezTo>
                  <a:cubicBezTo>
                    <a:pt x="38666" y="29011"/>
                    <a:pt x="38740" y="29173"/>
                    <a:pt x="38844" y="29292"/>
                  </a:cubicBezTo>
                  <a:lnTo>
                    <a:pt x="38016" y="30120"/>
                  </a:lnTo>
                  <a:cubicBezTo>
                    <a:pt x="37912" y="30164"/>
                    <a:pt x="37823" y="30223"/>
                    <a:pt x="37735" y="30312"/>
                  </a:cubicBezTo>
                  <a:cubicBezTo>
                    <a:pt x="37676" y="30386"/>
                    <a:pt x="37616" y="30460"/>
                    <a:pt x="37587" y="30548"/>
                  </a:cubicBezTo>
                  <a:lnTo>
                    <a:pt x="35886" y="32249"/>
                  </a:lnTo>
                  <a:cubicBezTo>
                    <a:pt x="35765" y="32141"/>
                    <a:pt x="35593" y="32070"/>
                    <a:pt x="35429" y="32070"/>
                  </a:cubicBezTo>
                  <a:cubicBezTo>
                    <a:pt x="35414" y="32070"/>
                    <a:pt x="35399" y="32070"/>
                    <a:pt x="35384" y="32071"/>
                  </a:cubicBezTo>
                  <a:cubicBezTo>
                    <a:pt x="35177" y="32071"/>
                    <a:pt x="34999" y="32160"/>
                    <a:pt x="34866" y="32308"/>
                  </a:cubicBezTo>
                  <a:cubicBezTo>
                    <a:pt x="34733" y="32456"/>
                    <a:pt x="34659" y="32633"/>
                    <a:pt x="34674" y="32840"/>
                  </a:cubicBezTo>
                  <a:cubicBezTo>
                    <a:pt x="34674" y="32870"/>
                    <a:pt x="34674" y="32899"/>
                    <a:pt x="34674" y="32929"/>
                  </a:cubicBezTo>
                  <a:cubicBezTo>
                    <a:pt x="34644" y="32885"/>
                    <a:pt x="34615" y="32840"/>
                    <a:pt x="34585" y="32796"/>
                  </a:cubicBezTo>
                  <a:cubicBezTo>
                    <a:pt x="34570" y="32796"/>
                    <a:pt x="34570" y="32781"/>
                    <a:pt x="34556" y="32781"/>
                  </a:cubicBezTo>
                  <a:cubicBezTo>
                    <a:pt x="34408" y="32648"/>
                    <a:pt x="34230" y="32574"/>
                    <a:pt x="34023" y="32574"/>
                  </a:cubicBezTo>
                  <a:cubicBezTo>
                    <a:pt x="33831" y="32589"/>
                    <a:pt x="33654" y="32678"/>
                    <a:pt x="33521" y="32811"/>
                  </a:cubicBezTo>
                  <a:cubicBezTo>
                    <a:pt x="33417" y="32914"/>
                    <a:pt x="33358" y="33032"/>
                    <a:pt x="33328" y="33166"/>
                  </a:cubicBezTo>
                  <a:lnTo>
                    <a:pt x="33033" y="33166"/>
                  </a:lnTo>
                  <a:lnTo>
                    <a:pt x="34053" y="32145"/>
                  </a:lnTo>
                  <a:lnTo>
                    <a:pt x="34334" y="32145"/>
                  </a:lnTo>
                  <a:lnTo>
                    <a:pt x="36907" y="29587"/>
                  </a:lnTo>
                  <a:cubicBezTo>
                    <a:pt x="37025" y="29646"/>
                    <a:pt x="37158" y="29691"/>
                    <a:pt x="37291" y="29691"/>
                  </a:cubicBezTo>
                  <a:lnTo>
                    <a:pt x="37321" y="29691"/>
                  </a:lnTo>
                  <a:cubicBezTo>
                    <a:pt x="37528" y="29691"/>
                    <a:pt x="37705" y="29602"/>
                    <a:pt x="37838" y="29454"/>
                  </a:cubicBezTo>
                  <a:cubicBezTo>
                    <a:pt x="37971" y="29306"/>
                    <a:pt x="38045" y="29129"/>
                    <a:pt x="38030" y="28922"/>
                  </a:cubicBezTo>
                  <a:cubicBezTo>
                    <a:pt x="38030" y="28744"/>
                    <a:pt x="37956" y="28567"/>
                    <a:pt x="37823" y="28434"/>
                  </a:cubicBezTo>
                  <a:cubicBezTo>
                    <a:pt x="37809" y="28419"/>
                    <a:pt x="37809" y="28419"/>
                    <a:pt x="37794" y="28404"/>
                  </a:cubicBezTo>
                  <a:lnTo>
                    <a:pt x="38829" y="28360"/>
                  </a:lnTo>
                  <a:close/>
                  <a:moveTo>
                    <a:pt x="34777" y="33195"/>
                  </a:moveTo>
                  <a:cubicBezTo>
                    <a:pt x="34792" y="33225"/>
                    <a:pt x="34822" y="33254"/>
                    <a:pt x="34851" y="33269"/>
                  </a:cubicBezTo>
                  <a:cubicBezTo>
                    <a:pt x="34822" y="33284"/>
                    <a:pt x="34807" y="33299"/>
                    <a:pt x="34792" y="33299"/>
                  </a:cubicBezTo>
                  <a:cubicBezTo>
                    <a:pt x="34792" y="33299"/>
                    <a:pt x="34792" y="33299"/>
                    <a:pt x="34792" y="33284"/>
                  </a:cubicBezTo>
                  <a:cubicBezTo>
                    <a:pt x="34792" y="33254"/>
                    <a:pt x="34792" y="33225"/>
                    <a:pt x="34777" y="33195"/>
                  </a:cubicBezTo>
                  <a:close/>
                  <a:moveTo>
                    <a:pt x="31007" y="32145"/>
                  </a:moveTo>
                  <a:lnTo>
                    <a:pt x="30253" y="32899"/>
                  </a:lnTo>
                  <a:lnTo>
                    <a:pt x="30253" y="33166"/>
                  </a:lnTo>
                  <a:lnTo>
                    <a:pt x="28434" y="33166"/>
                  </a:lnTo>
                  <a:lnTo>
                    <a:pt x="27843" y="33757"/>
                  </a:lnTo>
                  <a:lnTo>
                    <a:pt x="27843" y="33269"/>
                  </a:lnTo>
                  <a:lnTo>
                    <a:pt x="28966" y="32145"/>
                  </a:lnTo>
                  <a:close/>
                  <a:moveTo>
                    <a:pt x="32707" y="33387"/>
                  </a:moveTo>
                  <a:lnTo>
                    <a:pt x="32707" y="34467"/>
                  </a:lnTo>
                  <a:cubicBezTo>
                    <a:pt x="32678" y="34467"/>
                    <a:pt x="32642" y="34460"/>
                    <a:pt x="32603" y="34460"/>
                  </a:cubicBezTo>
                  <a:cubicBezTo>
                    <a:pt x="32584" y="34460"/>
                    <a:pt x="32564" y="34462"/>
                    <a:pt x="32545" y="34467"/>
                  </a:cubicBezTo>
                  <a:cubicBezTo>
                    <a:pt x="32205" y="34467"/>
                    <a:pt x="31924" y="34718"/>
                    <a:pt x="31865" y="35043"/>
                  </a:cubicBezTo>
                  <a:lnTo>
                    <a:pt x="30889" y="35043"/>
                  </a:lnTo>
                  <a:cubicBezTo>
                    <a:pt x="30770" y="34925"/>
                    <a:pt x="30637" y="34866"/>
                    <a:pt x="30475" y="34836"/>
                  </a:cubicBezTo>
                  <a:lnTo>
                    <a:pt x="30475" y="33387"/>
                  </a:lnTo>
                  <a:close/>
                  <a:moveTo>
                    <a:pt x="30356" y="30460"/>
                  </a:moveTo>
                  <a:lnTo>
                    <a:pt x="28878" y="31924"/>
                  </a:lnTo>
                  <a:lnTo>
                    <a:pt x="27192" y="31924"/>
                  </a:lnTo>
                  <a:lnTo>
                    <a:pt x="25773" y="33358"/>
                  </a:lnTo>
                  <a:lnTo>
                    <a:pt x="25773" y="35517"/>
                  </a:lnTo>
                  <a:lnTo>
                    <a:pt x="25713" y="35517"/>
                  </a:lnTo>
                  <a:lnTo>
                    <a:pt x="25713" y="32175"/>
                  </a:lnTo>
                  <a:lnTo>
                    <a:pt x="27443" y="30460"/>
                  </a:lnTo>
                  <a:close/>
                  <a:moveTo>
                    <a:pt x="30253" y="33387"/>
                  </a:moveTo>
                  <a:lnTo>
                    <a:pt x="30253" y="34718"/>
                  </a:lnTo>
                  <a:cubicBezTo>
                    <a:pt x="30238" y="34703"/>
                    <a:pt x="30238" y="34689"/>
                    <a:pt x="30223" y="34674"/>
                  </a:cubicBezTo>
                  <a:cubicBezTo>
                    <a:pt x="30086" y="34550"/>
                    <a:pt x="29911" y="34465"/>
                    <a:pt x="29709" y="34465"/>
                  </a:cubicBezTo>
                  <a:cubicBezTo>
                    <a:pt x="29694" y="34465"/>
                    <a:pt x="29678" y="34466"/>
                    <a:pt x="29661" y="34467"/>
                  </a:cubicBezTo>
                  <a:cubicBezTo>
                    <a:pt x="29262" y="34482"/>
                    <a:pt x="28937" y="34822"/>
                    <a:pt x="28952" y="35221"/>
                  </a:cubicBezTo>
                  <a:cubicBezTo>
                    <a:pt x="28966" y="35625"/>
                    <a:pt x="29305" y="35931"/>
                    <a:pt x="29693" y="35931"/>
                  </a:cubicBezTo>
                  <a:cubicBezTo>
                    <a:pt x="29702" y="35931"/>
                    <a:pt x="29711" y="35931"/>
                    <a:pt x="29721" y="35931"/>
                  </a:cubicBezTo>
                  <a:lnTo>
                    <a:pt x="29735" y="35931"/>
                  </a:lnTo>
                  <a:cubicBezTo>
                    <a:pt x="29765" y="35990"/>
                    <a:pt x="29809" y="36034"/>
                    <a:pt x="29854" y="36093"/>
                  </a:cubicBezTo>
                  <a:cubicBezTo>
                    <a:pt x="29994" y="36234"/>
                    <a:pt x="30183" y="36304"/>
                    <a:pt x="30371" y="36304"/>
                  </a:cubicBezTo>
                  <a:cubicBezTo>
                    <a:pt x="30560" y="36304"/>
                    <a:pt x="30748" y="36234"/>
                    <a:pt x="30889" y="36093"/>
                  </a:cubicBezTo>
                  <a:cubicBezTo>
                    <a:pt x="31110" y="35871"/>
                    <a:pt x="31170" y="35531"/>
                    <a:pt x="31051" y="35265"/>
                  </a:cubicBezTo>
                  <a:lnTo>
                    <a:pt x="31850" y="35265"/>
                  </a:lnTo>
                  <a:cubicBezTo>
                    <a:pt x="31865" y="35443"/>
                    <a:pt x="31938" y="35620"/>
                    <a:pt x="32072" y="35738"/>
                  </a:cubicBezTo>
                  <a:cubicBezTo>
                    <a:pt x="32207" y="35860"/>
                    <a:pt x="32379" y="35932"/>
                    <a:pt x="32555" y="35932"/>
                  </a:cubicBezTo>
                  <a:cubicBezTo>
                    <a:pt x="32571" y="35932"/>
                    <a:pt x="32588" y="35932"/>
                    <a:pt x="32604" y="35931"/>
                  </a:cubicBezTo>
                  <a:lnTo>
                    <a:pt x="32619" y="35931"/>
                  </a:lnTo>
                  <a:lnTo>
                    <a:pt x="30416" y="38149"/>
                  </a:lnTo>
                  <a:lnTo>
                    <a:pt x="28493" y="38149"/>
                  </a:lnTo>
                  <a:cubicBezTo>
                    <a:pt x="28449" y="38030"/>
                    <a:pt x="28405" y="37927"/>
                    <a:pt x="28316" y="37853"/>
                  </a:cubicBezTo>
                  <a:cubicBezTo>
                    <a:pt x="28183" y="37720"/>
                    <a:pt x="28020" y="37646"/>
                    <a:pt x="27843" y="37631"/>
                  </a:cubicBezTo>
                  <a:lnTo>
                    <a:pt x="27843" y="37143"/>
                  </a:lnTo>
                  <a:lnTo>
                    <a:pt x="27902" y="37143"/>
                  </a:lnTo>
                  <a:cubicBezTo>
                    <a:pt x="28094" y="37128"/>
                    <a:pt x="28272" y="37054"/>
                    <a:pt x="28419" y="36906"/>
                  </a:cubicBezTo>
                  <a:cubicBezTo>
                    <a:pt x="28552" y="36759"/>
                    <a:pt x="28612" y="36566"/>
                    <a:pt x="28612" y="36374"/>
                  </a:cubicBezTo>
                  <a:cubicBezTo>
                    <a:pt x="28597" y="36182"/>
                    <a:pt x="28523" y="36019"/>
                    <a:pt x="28390" y="35886"/>
                  </a:cubicBezTo>
                  <a:cubicBezTo>
                    <a:pt x="28390" y="35871"/>
                    <a:pt x="28375" y="35871"/>
                    <a:pt x="28375" y="35857"/>
                  </a:cubicBezTo>
                  <a:cubicBezTo>
                    <a:pt x="28242" y="35738"/>
                    <a:pt x="28094" y="35679"/>
                    <a:pt x="27931" y="35664"/>
                  </a:cubicBezTo>
                  <a:lnTo>
                    <a:pt x="27931" y="33994"/>
                  </a:lnTo>
                  <a:lnTo>
                    <a:pt x="28523" y="33387"/>
                  </a:lnTo>
                  <a:close/>
                  <a:moveTo>
                    <a:pt x="33328" y="33387"/>
                  </a:moveTo>
                  <a:cubicBezTo>
                    <a:pt x="33343" y="33565"/>
                    <a:pt x="33417" y="33727"/>
                    <a:pt x="33550" y="33861"/>
                  </a:cubicBezTo>
                  <a:cubicBezTo>
                    <a:pt x="33686" y="33982"/>
                    <a:pt x="33858" y="34055"/>
                    <a:pt x="34034" y="34055"/>
                  </a:cubicBezTo>
                  <a:cubicBezTo>
                    <a:pt x="34050" y="34055"/>
                    <a:pt x="34066" y="34054"/>
                    <a:pt x="34082" y="34053"/>
                  </a:cubicBezTo>
                  <a:cubicBezTo>
                    <a:pt x="34201" y="34053"/>
                    <a:pt x="34304" y="34023"/>
                    <a:pt x="34408" y="33964"/>
                  </a:cubicBezTo>
                  <a:cubicBezTo>
                    <a:pt x="34408" y="33979"/>
                    <a:pt x="34408" y="33979"/>
                    <a:pt x="34408" y="33979"/>
                  </a:cubicBezTo>
                  <a:cubicBezTo>
                    <a:pt x="34408" y="34171"/>
                    <a:pt x="34497" y="34363"/>
                    <a:pt x="34644" y="34496"/>
                  </a:cubicBezTo>
                  <a:cubicBezTo>
                    <a:pt x="34659" y="34511"/>
                    <a:pt x="34674" y="34526"/>
                    <a:pt x="34704" y="34541"/>
                  </a:cubicBezTo>
                  <a:lnTo>
                    <a:pt x="31096" y="38149"/>
                  </a:lnTo>
                  <a:lnTo>
                    <a:pt x="30726" y="38149"/>
                  </a:lnTo>
                  <a:lnTo>
                    <a:pt x="32929" y="35945"/>
                  </a:lnTo>
                  <a:lnTo>
                    <a:pt x="32929" y="35842"/>
                  </a:lnTo>
                  <a:cubicBezTo>
                    <a:pt x="33166" y="35709"/>
                    <a:pt x="33328" y="35457"/>
                    <a:pt x="33314" y="35176"/>
                  </a:cubicBezTo>
                  <a:cubicBezTo>
                    <a:pt x="33314" y="34984"/>
                    <a:pt x="33240" y="34807"/>
                    <a:pt x="33107" y="34674"/>
                  </a:cubicBezTo>
                  <a:cubicBezTo>
                    <a:pt x="33092" y="34674"/>
                    <a:pt x="33092" y="34659"/>
                    <a:pt x="33077" y="34659"/>
                  </a:cubicBezTo>
                  <a:cubicBezTo>
                    <a:pt x="33033" y="34615"/>
                    <a:pt x="32988" y="34585"/>
                    <a:pt x="32929" y="34555"/>
                  </a:cubicBezTo>
                  <a:lnTo>
                    <a:pt x="32929" y="33387"/>
                  </a:lnTo>
                  <a:close/>
                  <a:moveTo>
                    <a:pt x="28656" y="32145"/>
                  </a:moveTo>
                  <a:lnTo>
                    <a:pt x="27621" y="33180"/>
                  </a:lnTo>
                  <a:lnTo>
                    <a:pt x="27621" y="35709"/>
                  </a:lnTo>
                  <a:cubicBezTo>
                    <a:pt x="27517" y="35753"/>
                    <a:pt x="27414" y="35812"/>
                    <a:pt x="27325" y="35901"/>
                  </a:cubicBezTo>
                  <a:cubicBezTo>
                    <a:pt x="27192" y="36049"/>
                    <a:pt x="27118" y="36241"/>
                    <a:pt x="27133" y="36433"/>
                  </a:cubicBezTo>
                  <a:cubicBezTo>
                    <a:pt x="27133" y="36626"/>
                    <a:pt x="27236" y="36818"/>
                    <a:pt x="27370" y="36951"/>
                  </a:cubicBezTo>
                  <a:cubicBezTo>
                    <a:pt x="27443" y="37010"/>
                    <a:pt x="27532" y="37069"/>
                    <a:pt x="27621" y="37099"/>
                  </a:cubicBezTo>
                  <a:lnTo>
                    <a:pt x="27621" y="37661"/>
                  </a:lnTo>
                  <a:cubicBezTo>
                    <a:pt x="27488" y="37690"/>
                    <a:pt x="27370" y="37749"/>
                    <a:pt x="27266" y="37853"/>
                  </a:cubicBezTo>
                  <a:cubicBezTo>
                    <a:pt x="27177" y="37927"/>
                    <a:pt x="27133" y="38030"/>
                    <a:pt x="27089" y="38149"/>
                  </a:cubicBezTo>
                  <a:lnTo>
                    <a:pt x="25861" y="38149"/>
                  </a:lnTo>
                  <a:lnTo>
                    <a:pt x="25713" y="38282"/>
                  </a:lnTo>
                  <a:lnTo>
                    <a:pt x="25713" y="36951"/>
                  </a:lnTo>
                  <a:cubicBezTo>
                    <a:pt x="25773" y="36966"/>
                    <a:pt x="25832" y="36966"/>
                    <a:pt x="25906" y="36966"/>
                  </a:cubicBezTo>
                  <a:lnTo>
                    <a:pt x="25921" y="36966"/>
                  </a:lnTo>
                  <a:cubicBezTo>
                    <a:pt x="26335" y="36951"/>
                    <a:pt x="26645" y="36611"/>
                    <a:pt x="26630" y="36212"/>
                  </a:cubicBezTo>
                  <a:cubicBezTo>
                    <a:pt x="26630" y="36019"/>
                    <a:pt x="26542" y="35842"/>
                    <a:pt x="26423" y="35709"/>
                  </a:cubicBezTo>
                  <a:cubicBezTo>
                    <a:pt x="26408" y="35709"/>
                    <a:pt x="26408" y="35694"/>
                    <a:pt x="26394" y="35694"/>
                  </a:cubicBezTo>
                  <a:cubicBezTo>
                    <a:pt x="26275" y="35590"/>
                    <a:pt x="26142" y="35517"/>
                    <a:pt x="25994" y="35502"/>
                  </a:cubicBezTo>
                  <a:lnTo>
                    <a:pt x="25994" y="33447"/>
                  </a:lnTo>
                  <a:lnTo>
                    <a:pt x="27281" y="32145"/>
                  </a:lnTo>
                  <a:close/>
                  <a:moveTo>
                    <a:pt x="60106" y="0"/>
                  </a:moveTo>
                  <a:cubicBezTo>
                    <a:pt x="60091" y="0"/>
                    <a:pt x="60077" y="15"/>
                    <a:pt x="60077" y="15"/>
                  </a:cubicBezTo>
                  <a:cubicBezTo>
                    <a:pt x="59870" y="15"/>
                    <a:pt x="59692" y="104"/>
                    <a:pt x="59559" y="251"/>
                  </a:cubicBezTo>
                  <a:cubicBezTo>
                    <a:pt x="59426" y="385"/>
                    <a:pt x="59352" y="577"/>
                    <a:pt x="59367" y="769"/>
                  </a:cubicBezTo>
                  <a:cubicBezTo>
                    <a:pt x="59367" y="917"/>
                    <a:pt x="59411" y="1065"/>
                    <a:pt x="59500" y="1168"/>
                  </a:cubicBezTo>
                  <a:lnTo>
                    <a:pt x="56720" y="3948"/>
                  </a:lnTo>
                  <a:lnTo>
                    <a:pt x="47804" y="3948"/>
                  </a:lnTo>
                  <a:lnTo>
                    <a:pt x="43220" y="8532"/>
                  </a:lnTo>
                  <a:lnTo>
                    <a:pt x="43220" y="19429"/>
                  </a:lnTo>
                  <a:lnTo>
                    <a:pt x="39213" y="23421"/>
                  </a:lnTo>
                  <a:lnTo>
                    <a:pt x="34156" y="23421"/>
                  </a:lnTo>
                  <a:lnTo>
                    <a:pt x="29942" y="27650"/>
                  </a:lnTo>
                  <a:lnTo>
                    <a:pt x="25906" y="27650"/>
                  </a:lnTo>
                  <a:lnTo>
                    <a:pt x="20893" y="32663"/>
                  </a:lnTo>
                  <a:lnTo>
                    <a:pt x="20893" y="38267"/>
                  </a:lnTo>
                  <a:lnTo>
                    <a:pt x="13116" y="46044"/>
                  </a:lnTo>
                  <a:lnTo>
                    <a:pt x="7719" y="46044"/>
                  </a:lnTo>
                  <a:lnTo>
                    <a:pt x="1198" y="52565"/>
                  </a:lnTo>
                  <a:cubicBezTo>
                    <a:pt x="1079" y="52490"/>
                    <a:pt x="942" y="52452"/>
                    <a:pt x="805" y="52452"/>
                  </a:cubicBezTo>
                  <a:cubicBezTo>
                    <a:pt x="616" y="52452"/>
                    <a:pt x="426" y="52523"/>
                    <a:pt x="281" y="52669"/>
                  </a:cubicBezTo>
                  <a:cubicBezTo>
                    <a:pt x="0" y="52949"/>
                    <a:pt x="0" y="53423"/>
                    <a:pt x="281" y="53704"/>
                  </a:cubicBezTo>
                  <a:cubicBezTo>
                    <a:pt x="429" y="53851"/>
                    <a:pt x="618" y="53925"/>
                    <a:pt x="806" y="53925"/>
                  </a:cubicBezTo>
                  <a:cubicBezTo>
                    <a:pt x="995" y="53925"/>
                    <a:pt x="1183" y="53851"/>
                    <a:pt x="1331" y="53704"/>
                  </a:cubicBezTo>
                  <a:cubicBezTo>
                    <a:pt x="1597" y="53437"/>
                    <a:pt x="1612" y="52994"/>
                    <a:pt x="1361" y="52713"/>
                  </a:cubicBezTo>
                  <a:lnTo>
                    <a:pt x="7807" y="46266"/>
                  </a:lnTo>
                  <a:lnTo>
                    <a:pt x="13204" y="46266"/>
                  </a:lnTo>
                  <a:lnTo>
                    <a:pt x="21115" y="38356"/>
                  </a:lnTo>
                  <a:lnTo>
                    <a:pt x="21115" y="32752"/>
                  </a:lnTo>
                  <a:lnTo>
                    <a:pt x="25994" y="27872"/>
                  </a:lnTo>
                  <a:lnTo>
                    <a:pt x="29721" y="27872"/>
                  </a:lnTo>
                  <a:lnTo>
                    <a:pt x="27355" y="30238"/>
                  </a:lnTo>
                  <a:lnTo>
                    <a:pt x="25891" y="30238"/>
                  </a:lnTo>
                  <a:lnTo>
                    <a:pt x="23333" y="32781"/>
                  </a:lnTo>
                  <a:lnTo>
                    <a:pt x="23333" y="38119"/>
                  </a:lnTo>
                  <a:lnTo>
                    <a:pt x="18601" y="42851"/>
                  </a:lnTo>
                  <a:lnTo>
                    <a:pt x="15674" y="45837"/>
                  </a:lnTo>
                  <a:lnTo>
                    <a:pt x="15644" y="45867"/>
                  </a:lnTo>
                  <a:lnTo>
                    <a:pt x="15644" y="48661"/>
                  </a:lnTo>
                  <a:lnTo>
                    <a:pt x="12864" y="51441"/>
                  </a:lnTo>
                  <a:lnTo>
                    <a:pt x="8029" y="51441"/>
                  </a:lnTo>
                  <a:lnTo>
                    <a:pt x="4022" y="55448"/>
                  </a:lnTo>
                  <a:cubicBezTo>
                    <a:pt x="3883" y="55330"/>
                    <a:pt x="3713" y="55270"/>
                    <a:pt x="3544" y="55270"/>
                  </a:cubicBezTo>
                  <a:cubicBezTo>
                    <a:pt x="3354" y="55270"/>
                    <a:pt x="3165" y="55344"/>
                    <a:pt x="3017" y="55493"/>
                  </a:cubicBezTo>
                  <a:cubicBezTo>
                    <a:pt x="2736" y="55774"/>
                    <a:pt x="2736" y="56247"/>
                    <a:pt x="3017" y="56528"/>
                  </a:cubicBezTo>
                  <a:cubicBezTo>
                    <a:pt x="3165" y="56676"/>
                    <a:pt x="3357" y="56750"/>
                    <a:pt x="3547" y="56750"/>
                  </a:cubicBezTo>
                  <a:cubicBezTo>
                    <a:pt x="3738" y="56750"/>
                    <a:pt x="3926" y="56676"/>
                    <a:pt x="4067" y="56528"/>
                  </a:cubicBezTo>
                  <a:cubicBezTo>
                    <a:pt x="4318" y="56276"/>
                    <a:pt x="4347" y="55892"/>
                    <a:pt x="4170" y="55611"/>
                  </a:cubicBezTo>
                  <a:lnTo>
                    <a:pt x="8118" y="51663"/>
                  </a:lnTo>
                  <a:lnTo>
                    <a:pt x="12953" y="51663"/>
                  </a:lnTo>
                  <a:lnTo>
                    <a:pt x="15866" y="48750"/>
                  </a:lnTo>
                  <a:lnTo>
                    <a:pt x="15866" y="45956"/>
                  </a:lnTo>
                  <a:lnTo>
                    <a:pt x="18749" y="43013"/>
                  </a:lnTo>
                  <a:lnTo>
                    <a:pt x="23555" y="38208"/>
                  </a:lnTo>
                  <a:lnTo>
                    <a:pt x="23555" y="32870"/>
                  </a:lnTo>
                  <a:lnTo>
                    <a:pt x="25980" y="30460"/>
                  </a:lnTo>
                  <a:lnTo>
                    <a:pt x="27133" y="30460"/>
                  </a:lnTo>
                  <a:lnTo>
                    <a:pt x="25492" y="32086"/>
                  </a:lnTo>
                  <a:lnTo>
                    <a:pt x="25492" y="35620"/>
                  </a:lnTo>
                  <a:cubicBezTo>
                    <a:pt x="25285" y="35753"/>
                    <a:pt x="25152" y="35990"/>
                    <a:pt x="25152" y="36256"/>
                  </a:cubicBezTo>
                  <a:cubicBezTo>
                    <a:pt x="25166" y="36507"/>
                    <a:pt x="25299" y="36729"/>
                    <a:pt x="25492" y="36847"/>
                  </a:cubicBezTo>
                  <a:lnTo>
                    <a:pt x="25492" y="38503"/>
                  </a:lnTo>
                  <a:cubicBezTo>
                    <a:pt x="25388" y="38548"/>
                    <a:pt x="25285" y="38607"/>
                    <a:pt x="25211" y="38681"/>
                  </a:cubicBezTo>
                  <a:cubicBezTo>
                    <a:pt x="25122" y="38770"/>
                    <a:pt x="25063" y="38858"/>
                    <a:pt x="25033" y="38962"/>
                  </a:cubicBezTo>
                  <a:lnTo>
                    <a:pt x="18128" y="45867"/>
                  </a:lnTo>
                  <a:lnTo>
                    <a:pt x="18128" y="51131"/>
                  </a:lnTo>
                  <a:lnTo>
                    <a:pt x="13042" y="56217"/>
                  </a:lnTo>
                  <a:lnTo>
                    <a:pt x="8739" y="56217"/>
                  </a:lnTo>
                  <a:cubicBezTo>
                    <a:pt x="8709" y="56069"/>
                    <a:pt x="8650" y="55922"/>
                    <a:pt x="8532" y="55803"/>
                  </a:cubicBezTo>
                  <a:cubicBezTo>
                    <a:pt x="8384" y="55663"/>
                    <a:pt x="8196" y="55593"/>
                    <a:pt x="8007" y="55593"/>
                  </a:cubicBezTo>
                  <a:cubicBezTo>
                    <a:pt x="7819" y="55593"/>
                    <a:pt x="7630" y="55663"/>
                    <a:pt x="7482" y="55803"/>
                  </a:cubicBezTo>
                  <a:cubicBezTo>
                    <a:pt x="7201" y="56099"/>
                    <a:pt x="7201" y="56572"/>
                    <a:pt x="7482" y="56853"/>
                  </a:cubicBezTo>
                  <a:cubicBezTo>
                    <a:pt x="7630" y="57001"/>
                    <a:pt x="7819" y="57075"/>
                    <a:pt x="8007" y="57075"/>
                  </a:cubicBezTo>
                  <a:cubicBezTo>
                    <a:pt x="8196" y="57075"/>
                    <a:pt x="8384" y="57001"/>
                    <a:pt x="8532" y="56853"/>
                  </a:cubicBezTo>
                  <a:cubicBezTo>
                    <a:pt x="8650" y="56735"/>
                    <a:pt x="8709" y="56587"/>
                    <a:pt x="8739" y="56439"/>
                  </a:cubicBezTo>
                  <a:lnTo>
                    <a:pt x="13145" y="56439"/>
                  </a:lnTo>
                  <a:lnTo>
                    <a:pt x="18350" y="51234"/>
                  </a:lnTo>
                  <a:lnTo>
                    <a:pt x="18350" y="45956"/>
                  </a:lnTo>
                  <a:lnTo>
                    <a:pt x="25004" y="39302"/>
                  </a:lnTo>
                  <a:cubicBezTo>
                    <a:pt x="25019" y="39464"/>
                    <a:pt x="25092" y="39612"/>
                    <a:pt x="25211" y="39731"/>
                  </a:cubicBezTo>
                  <a:cubicBezTo>
                    <a:pt x="25351" y="39871"/>
                    <a:pt x="25540" y="39941"/>
                    <a:pt x="25728" y="39941"/>
                  </a:cubicBezTo>
                  <a:cubicBezTo>
                    <a:pt x="25917" y="39941"/>
                    <a:pt x="26105" y="39871"/>
                    <a:pt x="26246" y="39731"/>
                  </a:cubicBezTo>
                  <a:cubicBezTo>
                    <a:pt x="26542" y="39435"/>
                    <a:pt x="26542" y="38977"/>
                    <a:pt x="26246" y="38681"/>
                  </a:cubicBezTo>
                  <a:cubicBezTo>
                    <a:pt x="26128" y="38563"/>
                    <a:pt x="25980" y="38503"/>
                    <a:pt x="25832" y="38474"/>
                  </a:cubicBezTo>
                  <a:lnTo>
                    <a:pt x="25950" y="38356"/>
                  </a:lnTo>
                  <a:lnTo>
                    <a:pt x="27059" y="38356"/>
                  </a:lnTo>
                  <a:cubicBezTo>
                    <a:pt x="27044" y="38548"/>
                    <a:pt x="27118" y="38740"/>
                    <a:pt x="27266" y="38888"/>
                  </a:cubicBezTo>
                  <a:cubicBezTo>
                    <a:pt x="27414" y="39036"/>
                    <a:pt x="27602" y="39110"/>
                    <a:pt x="27791" y="39110"/>
                  </a:cubicBezTo>
                  <a:cubicBezTo>
                    <a:pt x="27979" y="39110"/>
                    <a:pt x="28168" y="39036"/>
                    <a:pt x="28316" y="38888"/>
                  </a:cubicBezTo>
                  <a:cubicBezTo>
                    <a:pt x="28464" y="38740"/>
                    <a:pt x="28523" y="38548"/>
                    <a:pt x="28523" y="38356"/>
                  </a:cubicBezTo>
                  <a:lnTo>
                    <a:pt x="30194" y="38356"/>
                  </a:lnTo>
                  <a:lnTo>
                    <a:pt x="28419" y="40130"/>
                  </a:lnTo>
                  <a:lnTo>
                    <a:pt x="26261" y="40130"/>
                  </a:lnTo>
                  <a:lnTo>
                    <a:pt x="19829" y="46562"/>
                  </a:lnTo>
                  <a:lnTo>
                    <a:pt x="19829" y="49652"/>
                  </a:lnTo>
                  <a:cubicBezTo>
                    <a:pt x="19710" y="49682"/>
                    <a:pt x="19607" y="49741"/>
                    <a:pt x="19518" y="49830"/>
                  </a:cubicBezTo>
                  <a:cubicBezTo>
                    <a:pt x="19222" y="50125"/>
                    <a:pt x="19222" y="50598"/>
                    <a:pt x="19518" y="50879"/>
                  </a:cubicBezTo>
                  <a:cubicBezTo>
                    <a:pt x="19659" y="51027"/>
                    <a:pt x="19847" y="51101"/>
                    <a:pt x="20036" y="51101"/>
                  </a:cubicBezTo>
                  <a:cubicBezTo>
                    <a:pt x="20224" y="51101"/>
                    <a:pt x="20413" y="51027"/>
                    <a:pt x="20553" y="50879"/>
                  </a:cubicBezTo>
                  <a:cubicBezTo>
                    <a:pt x="20849" y="50598"/>
                    <a:pt x="20849" y="50125"/>
                    <a:pt x="20553" y="49830"/>
                  </a:cubicBezTo>
                  <a:cubicBezTo>
                    <a:pt x="20420" y="49697"/>
                    <a:pt x="20228" y="49623"/>
                    <a:pt x="20050" y="49623"/>
                  </a:cubicBezTo>
                  <a:lnTo>
                    <a:pt x="20050" y="46651"/>
                  </a:lnTo>
                  <a:lnTo>
                    <a:pt x="26349" y="40352"/>
                  </a:lnTo>
                  <a:lnTo>
                    <a:pt x="28198" y="40352"/>
                  </a:lnTo>
                  <a:lnTo>
                    <a:pt x="27680" y="40869"/>
                  </a:lnTo>
                  <a:cubicBezTo>
                    <a:pt x="27568" y="40804"/>
                    <a:pt x="27444" y="40772"/>
                    <a:pt x="27320" y="40772"/>
                  </a:cubicBezTo>
                  <a:cubicBezTo>
                    <a:pt x="27133" y="40772"/>
                    <a:pt x="26944" y="40845"/>
                    <a:pt x="26793" y="40987"/>
                  </a:cubicBezTo>
                  <a:cubicBezTo>
                    <a:pt x="26512" y="41283"/>
                    <a:pt x="26512" y="41742"/>
                    <a:pt x="26793" y="42037"/>
                  </a:cubicBezTo>
                  <a:cubicBezTo>
                    <a:pt x="26941" y="42178"/>
                    <a:pt x="27129" y="42248"/>
                    <a:pt x="27318" y="42248"/>
                  </a:cubicBezTo>
                  <a:cubicBezTo>
                    <a:pt x="27506" y="42248"/>
                    <a:pt x="27695" y="42178"/>
                    <a:pt x="27843" y="42037"/>
                  </a:cubicBezTo>
                  <a:cubicBezTo>
                    <a:pt x="28124" y="41756"/>
                    <a:pt x="28124" y="41298"/>
                    <a:pt x="27857" y="41002"/>
                  </a:cubicBezTo>
                  <a:lnTo>
                    <a:pt x="28508" y="40352"/>
                  </a:lnTo>
                  <a:lnTo>
                    <a:pt x="30046" y="40352"/>
                  </a:lnTo>
                  <a:lnTo>
                    <a:pt x="30046" y="43265"/>
                  </a:lnTo>
                  <a:cubicBezTo>
                    <a:pt x="29883" y="43265"/>
                    <a:pt x="29706" y="43338"/>
                    <a:pt x="29573" y="43472"/>
                  </a:cubicBezTo>
                  <a:cubicBezTo>
                    <a:pt x="29395" y="43649"/>
                    <a:pt x="29321" y="43900"/>
                    <a:pt x="29366" y="44122"/>
                  </a:cubicBezTo>
                  <a:lnTo>
                    <a:pt x="23836" y="49652"/>
                  </a:lnTo>
                  <a:cubicBezTo>
                    <a:pt x="23711" y="49560"/>
                    <a:pt x="23563" y="49515"/>
                    <a:pt x="23414" y="49515"/>
                  </a:cubicBezTo>
                  <a:cubicBezTo>
                    <a:pt x="23227" y="49515"/>
                    <a:pt x="23037" y="49586"/>
                    <a:pt x="22889" y="49726"/>
                  </a:cubicBezTo>
                  <a:cubicBezTo>
                    <a:pt x="22608" y="50022"/>
                    <a:pt x="22608" y="50480"/>
                    <a:pt x="22889" y="50776"/>
                  </a:cubicBezTo>
                  <a:cubicBezTo>
                    <a:pt x="23037" y="50916"/>
                    <a:pt x="23229" y="50987"/>
                    <a:pt x="23420" y="50987"/>
                  </a:cubicBezTo>
                  <a:cubicBezTo>
                    <a:pt x="23610" y="50987"/>
                    <a:pt x="23799" y="50916"/>
                    <a:pt x="23939" y="50776"/>
                  </a:cubicBezTo>
                  <a:cubicBezTo>
                    <a:pt x="24205" y="50510"/>
                    <a:pt x="24220" y="50096"/>
                    <a:pt x="23998" y="49800"/>
                  </a:cubicBezTo>
                  <a:lnTo>
                    <a:pt x="29454" y="44359"/>
                  </a:lnTo>
                  <a:cubicBezTo>
                    <a:pt x="29484" y="44418"/>
                    <a:pt x="29514" y="44462"/>
                    <a:pt x="29573" y="44521"/>
                  </a:cubicBezTo>
                  <a:cubicBezTo>
                    <a:pt x="29713" y="44662"/>
                    <a:pt x="29902" y="44732"/>
                    <a:pt x="30090" y="44732"/>
                  </a:cubicBezTo>
                  <a:cubicBezTo>
                    <a:pt x="30279" y="44732"/>
                    <a:pt x="30467" y="44662"/>
                    <a:pt x="30608" y="44521"/>
                  </a:cubicBezTo>
                  <a:cubicBezTo>
                    <a:pt x="30874" y="44255"/>
                    <a:pt x="30889" y="43826"/>
                    <a:pt x="30667" y="43531"/>
                  </a:cubicBezTo>
                  <a:lnTo>
                    <a:pt x="38193" y="36005"/>
                  </a:lnTo>
                  <a:lnTo>
                    <a:pt x="43413" y="36005"/>
                  </a:lnTo>
                  <a:lnTo>
                    <a:pt x="48617" y="30785"/>
                  </a:lnTo>
                  <a:lnTo>
                    <a:pt x="48617" y="28878"/>
                  </a:lnTo>
                  <a:cubicBezTo>
                    <a:pt x="48750" y="28848"/>
                    <a:pt x="48854" y="28789"/>
                    <a:pt x="48957" y="28685"/>
                  </a:cubicBezTo>
                  <a:cubicBezTo>
                    <a:pt x="49238" y="28404"/>
                    <a:pt x="49238" y="27931"/>
                    <a:pt x="48957" y="27650"/>
                  </a:cubicBezTo>
                  <a:cubicBezTo>
                    <a:pt x="48810" y="27502"/>
                    <a:pt x="48621" y="27429"/>
                    <a:pt x="48432" y="27429"/>
                  </a:cubicBezTo>
                  <a:cubicBezTo>
                    <a:pt x="48244" y="27429"/>
                    <a:pt x="48055" y="27502"/>
                    <a:pt x="47908" y="27650"/>
                  </a:cubicBezTo>
                  <a:cubicBezTo>
                    <a:pt x="47627" y="27931"/>
                    <a:pt x="47627" y="28404"/>
                    <a:pt x="47908" y="28685"/>
                  </a:cubicBezTo>
                  <a:cubicBezTo>
                    <a:pt x="48041" y="28818"/>
                    <a:pt x="48218" y="28892"/>
                    <a:pt x="48396" y="28907"/>
                  </a:cubicBezTo>
                  <a:lnTo>
                    <a:pt x="48396" y="30696"/>
                  </a:lnTo>
                  <a:lnTo>
                    <a:pt x="43324" y="35783"/>
                  </a:lnTo>
                  <a:lnTo>
                    <a:pt x="38104" y="35783"/>
                  </a:lnTo>
                  <a:lnTo>
                    <a:pt x="30504" y="43383"/>
                  </a:lnTo>
                  <a:cubicBezTo>
                    <a:pt x="30430" y="43338"/>
                    <a:pt x="30356" y="43309"/>
                    <a:pt x="30268" y="43279"/>
                  </a:cubicBezTo>
                  <a:lnTo>
                    <a:pt x="30268" y="40130"/>
                  </a:lnTo>
                  <a:lnTo>
                    <a:pt x="28730" y="40130"/>
                  </a:lnTo>
                  <a:lnTo>
                    <a:pt x="30504" y="38356"/>
                  </a:lnTo>
                  <a:lnTo>
                    <a:pt x="31184" y="38356"/>
                  </a:lnTo>
                  <a:lnTo>
                    <a:pt x="34896" y="34644"/>
                  </a:lnTo>
                  <a:cubicBezTo>
                    <a:pt x="34984" y="34674"/>
                    <a:pt x="35073" y="34689"/>
                    <a:pt x="35162" y="34689"/>
                  </a:cubicBezTo>
                  <a:cubicBezTo>
                    <a:pt x="35369" y="34689"/>
                    <a:pt x="35546" y="34600"/>
                    <a:pt x="35679" y="34452"/>
                  </a:cubicBezTo>
                  <a:cubicBezTo>
                    <a:pt x="35812" y="34304"/>
                    <a:pt x="35886" y="34127"/>
                    <a:pt x="35872" y="33920"/>
                  </a:cubicBezTo>
                  <a:cubicBezTo>
                    <a:pt x="35872" y="33846"/>
                    <a:pt x="35857" y="33787"/>
                    <a:pt x="35842" y="33713"/>
                  </a:cubicBezTo>
                  <a:lnTo>
                    <a:pt x="35842" y="33713"/>
                  </a:lnTo>
                  <a:cubicBezTo>
                    <a:pt x="35961" y="33792"/>
                    <a:pt x="36105" y="33848"/>
                    <a:pt x="36250" y="33848"/>
                  </a:cubicBezTo>
                  <a:cubicBezTo>
                    <a:pt x="36267" y="33848"/>
                    <a:pt x="36284" y="33847"/>
                    <a:pt x="36300" y="33846"/>
                  </a:cubicBezTo>
                  <a:cubicBezTo>
                    <a:pt x="36507" y="33846"/>
                    <a:pt x="36685" y="33757"/>
                    <a:pt x="36818" y="33609"/>
                  </a:cubicBezTo>
                  <a:cubicBezTo>
                    <a:pt x="36951" y="33476"/>
                    <a:pt x="37025" y="33284"/>
                    <a:pt x="37010" y="33092"/>
                  </a:cubicBezTo>
                  <a:cubicBezTo>
                    <a:pt x="37010" y="32899"/>
                    <a:pt x="36936" y="32722"/>
                    <a:pt x="36803" y="32589"/>
                  </a:cubicBezTo>
                  <a:cubicBezTo>
                    <a:pt x="36788" y="32589"/>
                    <a:pt x="36788" y="32574"/>
                    <a:pt x="36774" y="32574"/>
                  </a:cubicBezTo>
                  <a:cubicBezTo>
                    <a:pt x="36759" y="32559"/>
                    <a:pt x="36744" y="32545"/>
                    <a:pt x="36714" y="32530"/>
                  </a:cubicBezTo>
                  <a:lnTo>
                    <a:pt x="37838" y="31406"/>
                  </a:lnTo>
                  <a:cubicBezTo>
                    <a:pt x="37986" y="31495"/>
                    <a:pt x="38134" y="31554"/>
                    <a:pt x="38311" y="31554"/>
                  </a:cubicBezTo>
                  <a:cubicBezTo>
                    <a:pt x="38504" y="31539"/>
                    <a:pt x="38696" y="31450"/>
                    <a:pt x="38829" y="31317"/>
                  </a:cubicBezTo>
                  <a:cubicBezTo>
                    <a:pt x="38932" y="31199"/>
                    <a:pt x="38992" y="31066"/>
                    <a:pt x="39006" y="30918"/>
                  </a:cubicBezTo>
                  <a:lnTo>
                    <a:pt x="45143" y="30918"/>
                  </a:lnTo>
                  <a:cubicBezTo>
                    <a:pt x="45215" y="31264"/>
                    <a:pt x="45511" y="31525"/>
                    <a:pt x="45867" y="31525"/>
                  </a:cubicBezTo>
                  <a:cubicBezTo>
                    <a:pt x="45877" y="31525"/>
                    <a:pt x="45887" y="31525"/>
                    <a:pt x="45897" y="31524"/>
                  </a:cubicBezTo>
                  <a:cubicBezTo>
                    <a:pt x="46311" y="31510"/>
                    <a:pt x="46621" y="31169"/>
                    <a:pt x="46606" y="30755"/>
                  </a:cubicBezTo>
                  <a:cubicBezTo>
                    <a:pt x="46606" y="30563"/>
                    <a:pt x="46518" y="30386"/>
                    <a:pt x="46399" y="30267"/>
                  </a:cubicBezTo>
                  <a:cubicBezTo>
                    <a:pt x="46252" y="30120"/>
                    <a:pt x="46059" y="30046"/>
                    <a:pt x="45838" y="30046"/>
                  </a:cubicBezTo>
                  <a:cubicBezTo>
                    <a:pt x="45483" y="30060"/>
                    <a:pt x="45187" y="30341"/>
                    <a:pt x="45143" y="30696"/>
                  </a:cubicBezTo>
                  <a:lnTo>
                    <a:pt x="39006" y="30696"/>
                  </a:lnTo>
                  <a:cubicBezTo>
                    <a:pt x="38977" y="30548"/>
                    <a:pt x="38918" y="30401"/>
                    <a:pt x="38799" y="30282"/>
                  </a:cubicBezTo>
                  <a:cubicBezTo>
                    <a:pt x="38799" y="30282"/>
                    <a:pt x="38784" y="30282"/>
                    <a:pt x="38784" y="30267"/>
                  </a:cubicBezTo>
                  <a:cubicBezTo>
                    <a:pt x="38666" y="30164"/>
                    <a:pt x="38533" y="30105"/>
                    <a:pt x="38370" y="30075"/>
                  </a:cubicBezTo>
                  <a:lnTo>
                    <a:pt x="39021" y="29439"/>
                  </a:lnTo>
                  <a:cubicBezTo>
                    <a:pt x="39124" y="29504"/>
                    <a:pt x="39250" y="29546"/>
                    <a:pt x="39378" y="29546"/>
                  </a:cubicBezTo>
                  <a:cubicBezTo>
                    <a:pt x="39397" y="29546"/>
                    <a:pt x="39416" y="29545"/>
                    <a:pt x="39435" y="29543"/>
                  </a:cubicBezTo>
                  <a:cubicBezTo>
                    <a:pt x="39627" y="29543"/>
                    <a:pt x="39805" y="29454"/>
                    <a:pt x="39938" y="29306"/>
                  </a:cubicBezTo>
                  <a:cubicBezTo>
                    <a:pt x="40071" y="29173"/>
                    <a:pt x="40145" y="28981"/>
                    <a:pt x="40145" y="28789"/>
                  </a:cubicBezTo>
                  <a:cubicBezTo>
                    <a:pt x="40130" y="28597"/>
                    <a:pt x="40056" y="28434"/>
                    <a:pt x="39938" y="28316"/>
                  </a:cubicBezTo>
                  <a:lnTo>
                    <a:pt x="43427" y="28153"/>
                  </a:lnTo>
                  <a:lnTo>
                    <a:pt x="43472" y="28153"/>
                  </a:lnTo>
                  <a:lnTo>
                    <a:pt x="45364" y="26260"/>
                  </a:lnTo>
                  <a:cubicBezTo>
                    <a:pt x="45489" y="26352"/>
                    <a:pt x="45640" y="26398"/>
                    <a:pt x="45791" y="26398"/>
                  </a:cubicBezTo>
                  <a:cubicBezTo>
                    <a:pt x="45981" y="26398"/>
                    <a:pt x="46171" y="26326"/>
                    <a:pt x="46311" y="26186"/>
                  </a:cubicBezTo>
                  <a:cubicBezTo>
                    <a:pt x="46592" y="25906"/>
                    <a:pt x="46592" y="25432"/>
                    <a:pt x="46311" y="25137"/>
                  </a:cubicBezTo>
                  <a:cubicBezTo>
                    <a:pt x="46163" y="24996"/>
                    <a:pt x="45974" y="24926"/>
                    <a:pt x="45786" y="24926"/>
                  </a:cubicBezTo>
                  <a:cubicBezTo>
                    <a:pt x="45597" y="24926"/>
                    <a:pt x="45409" y="24996"/>
                    <a:pt x="45261" y="25137"/>
                  </a:cubicBezTo>
                  <a:cubicBezTo>
                    <a:pt x="44995" y="25403"/>
                    <a:pt x="44980" y="25817"/>
                    <a:pt x="45202" y="26113"/>
                  </a:cubicBezTo>
                  <a:lnTo>
                    <a:pt x="43383" y="27946"/>
                  </a:lnTo>
                  <a:lnTo>
                    <a:pt x="39598" y="28109"/>
                  </a:lnTo>
                  <a:cubicBezTo>
                    <a:pt x="39544" y="28087"/>
                    <a:pt x="39489" y="28073"/>
                    <a:pt x="39435" y="28073"/>
                  </a:cubicBezTo>
                  <a:cubicBezTo>
                    <a:pt x="39416" y="28073"/>
                    <a:pt x="39396" y="28075"/>
                    <a:pt x="39376" y="28079"/>
                  </a:cubicBezTo>
                  <a:cubicBezTo>
                    <a:pt x="39287" y="28079"/>
                    <a:pt x="39213" y="28094"/>
                    <a:pt x="39139" y="28123"/>
                  </a:cubicBezTo>
                  <a:lnTo>
                    <a:pt x="37749" y="28183"/>
                  </a:lnTo>
                  <a:lnTo>
                    <a:pt x="37705" y="28183"/>
                  </a:lnTo>
                  <a:lnTo>
                    <a:pt x="37602" y="28286"/>
                  </a:lnTo>
                  <a:cubicBezTo>
                    <a:pt x="37498" y="28242"/>
                    <a:pt x="37395" y="28212"/>
                    <a:pt x="37276" y="28212"/>
                  </a:cubicBezTo>
                  <a:cubicBezTo>
                    <a:pt x="37069" y="28227"/>
                    <a:pt x="36892" y="28301"/>
                    <a:pt x="36759" y="28449"/>
                  </a:cubicBezTo>
                  <a:cubicBezTo>
                    <a:pt x="36626" y="28597"/>
                    <a:pt x="36552" y="28789"/>
                    <a:pt x="36567" y="28981"/>
                  </a:cubicBezTo>
                  <a:cubicBezTo>
                    <a:pt x="36567" y="29085"/>
                    <a:pt x="36581" y="29173"/>
                    <a:pt x="36626" y="29262"/>
                  </a:cubicBezTo>
                  <a:lnTo>
                    <a:pt x="33964" y="31924"/>
                  </a:lnTo>
                  <a:lnTo>
                    <a:pt x="31539" y="31924"/>
                  </a:lnTo>
                  <a:lnTo>
                    <a:pt x="33003" y="30460"/>
                  </a:lnTo>
                  <a:lnTo>
                    <a:pt x="33728" y="30460"/>
                  </a:lnTo>
                  <a:lnTo>
                    <a:pt x="35842" y="28345"/>
                  </a:lnTo>
                  <a:cubicBezTo>
                    <a:pt x="35975" y="28434"/>
                    <a:pt x="36138" y="28493"/>
                    <a:pt x="36300" y="28493"/>
                  </a:cubicBezTo>
                  <a:cubicBezTo>
                    <a:pt x="36507" y="28478"/>
                    <a:pt x="36685" y="28390"/>
                    <a:pt x="36818" y="28257"/>
                  </a:cubicBezTo>
                  <a:cubicBezTo>
                    <a:pt x="36951" y="28109"/>
                    <a:pt x="37025" y="27916"/>
                    <a:pt x="37010" y="27724"/>
                  </a:cubicBezTo>
                  <a:cubicBezTo>
                    <a:pt x="37010" y="27576"/>
                    <a:pt x="36966" y="27443"/>
                    <a:pt x="36877" y="27325"/>
                  </a:cubicBezTo>
                  <a:cubicBezTo>
                    <a:pt x="36907" y="27251"/>
                    <a:pt x="36921" y="27177"/>
                    <a:pt x="36921" y="27088"/>
                  </a:cubicBezTo>
                  <a:lnTo>
                    <a:pt x="41904" y="27015"/>
                  </a:lnTo>
                  <a:lnTo>
                    <a:pt x="45778" y="23141"/>
                  </a:lnTo>
                  <a:cubicBezTo>
                    <a:pt x="45898" y="23233"/>
                    <a:pt x="46041" y="23291"/>
                    <a:pt x="46198" y="23291"/>
                  </a:cubicBezTo>
                  <a:cubicBezTo>
                    <a:pt x="46215" y="23291"/>
                    <a:pt x="46233" y="23290"/>
                    <a:pt x="46252" y="23288"/>
                  </a:cubicBezTo>
                  <a:cubicBezTo>
                    <a:pt x="46459" y="23288"/>
                    <a:pt x="46636" y="23200"/>
                    <a:pt x="46769" y="23052"/>
                  </a:cubicBezTo>
                  <a:cubicBezTo>
                    <a:pt x="46902" y="22904"/>
                    <a:pt x="46976" y="22727"/>
                    <a:pt x="46961" y="22519"/>
                  </a:cubicBezTo>
                  <a:cubicBezTo>
                    <a:pt x="46961" y="22342"/>
                    <a:pt x="46887" y="22165"/>
                    <a:pt x="46754" y="22032"/>
                  </a:cubicBezTo>
                  <a:cubicBezTo>
                    <a:pt x="46739" y="22017"/>
                    <a:pt x="46739" y="22017"/>
                    <a:pt x="46725" y="22002"/>
                  </a:cubicBezTo>
                  <a:cubicBezTo>
                    <a:pt x="46577" y="21869"/>
                    <a:pt x="46399" y="21810"/>
                    <a:pt x="46192" y="21810"/>
                  </a:cubicBezTo>
                  <a:cubicBezTo>
                    <a:pt x="45793" y="21825"/>
                    <a:pt x="45468" y="22179"/>
                    <a:pt x="45483" y="22579"/>
                  </a:cubicBezTo>
                  <a:cubicBezTo>
                    <a:pt x="45497" y="22727"/>
                    <a:pt x="45542" y="22874"/>
                    <a:pt x="45631" y="22978"/>
                  </a:cubicBezTo>
                  <a:lnTo>
                    <a:pt x="41816" y="26807"/>
                  </a:lnTo>
                  <a:lnTo>
                    <a:pt x="36907" y="26881"/>
                  </a:lnTo>
                  <a:cubicBezTo>
                    <a:pt x="36877" y="26748"/>
                    <a:pt x="36803" y="26645"/>
                    <a:pt x="36714" y="26541"/>
                  </a:cubicBezTo>
                  <a:cubicBezTo>
                    <a:pt x="36574" y="26401"/>
                    <a:pt x="36385" y="26331"/>
                    <a:pt x="36195" y="26331"/>
                  </a:cubicBezTo>
                  <a:cubicBezTo>
                    <a:pt x="36005" y="26331"/>
                    <a:pt x="35812" y="26401"/>
                    <a:pt x="35665" y="26541"/>
                  </a:cubicBezTo>
                  <a:cubicBezTo>
                    <a:pt x="35413" y="26807"/>
                    <a:pt x="35384" y="27192"/>
                    <a:pt x="35591" y="27488"/>
                  </a:cubicBezTo>
                  <a:cubicBezTo>
                    <a:pt x="35576" y="27517"/>
                    <a:pt x="35561" y="27562"/>
                    <a:pt x="35561" y="27591"/>
                  </a:cubicBezTo>
                  <a:lnTo>
                    <a:pt x="32914" y="30238"/>
                  </a:lnTo>
                  <a:lnTo>
                    <a:pt x="30889" y="30238"/>
                  </a:lnTo>
                  <a:lnTo>
                    <a:pt x="33254" y="27872"/>
                  </a:lnTo>
                  <a:lnTo>
                    <a:pt x="33920" y="27872"/>
                  </a:lnTo>
                  <a:lnTo>
                    <a:pt x="35576" y="26201"/>
                  </a:lnTo>
                  <a:cubicBezTo>
                    <a:pt x="35694" y="26290"/>
                    <a:pt x="35857" y="26334"/>
                    <a:pt x="36019" y="26334"/>
                  </a:cubicBezTo>
                  <a:cubicBezTo>
                    <a:pt x="36389" y="26320"/>
                    <a:pt x="36670" y="26039"/>
                    <a:pt x="36714" y="25684"/>
                  </a:cubicBezTo>
                  <a:lnTo>
                    <a:pt x="40677" y="25684"/>
                  </a:lnTo>
                  <a:lnTo>
                    <a:pt x="46000" y="20361"/>
                  </a:lnTo>
                  <a:lnTo>
                    <a:pt x="46000" y="9641"/>
                  </a:lnTo>
                  <a:lnTo>
                    <a:pt x="48410" y="7231"/>
                  </a:lnTo>
                  <a:cubicBezTo>
                    <a:pt x="48542" y="7322"/>
                    <a:pt x="48693" y="7368"/>
                    <a:pt x="48844" y="7368"/>
                  </a:cubicBezTo>
                  <a:cubicBezTo>
                    <a:pt x="49034" y="7368"/>
                    <a:pt x="49223" y="7296"/>
                    <a:pt x="49371" y="7157"/>
                  </a:cubicBezTo>
                  <a:cubicBezTo>
                    <a:pt x="49652" y="6861"/>
                    <a:pt x="49652" y="6403"/>
                    <a:pt x="49371" y="6107"/>
                  </a:cubicBezTo>
                  <a:cubicBezTo>
                    <a:pt x="49224" y="5966"/>
                    <a:pt x="49031" y="5896"/>
                    <a:pt x="48841" y="5896"/>
                  </a:cubicBezTo>
                  <a:cubicBezTo>
                    <a:pt x="48651" y="5896"/>
                    <a:pt x="48462" y="5966"/>
                    <a:pt x="48322" y="6107"/>
                  </a:cubicBezTo>
                  <a:cubicBezTo>
                    <a:pt x="48055" y="6373"/>
                    <a:pt x="48041" y="6787"/>
                    <a:pt x="48262" y="7068"/>
                  </a:cubicBezTo>
                  <a:lnTo>
                    <a:pt x="45778" y="9552"/>
                  </a:lnTo>
                  <a:lnTo>
                    <a:pt x="45778" y="20272"/>
                  </a:lnTo>
                  <a:lnTo>
                    <a:pt x="40588" y="25462"/>
                  </a:lnTo>
                  <a:lnTo>
                    <a:pt x="36714" y="25462"/>
                  </a:lnTo>
                  <a:cubicBezTo>
                    <a:pt x="36685" y="25314"/>
                    <a:pt x="36611" y="25181"/>
                    <a:pt x="36507" y="25078"/>
                  </a:cubicBezTo>
                  <a:cubicBezTo>
                    <a:pt x="36360" y="24930"/>
                    <a:pt x="36167" y="24856"/>
                    <a:pt x="35960" y="24856"/>
                  </a:cubicBezTo>
                  <a:cubicBezTo>
                    <a:pt x="35576" y="24871"/>
                    <a:pt x="35265" y="25181"/>
                    <a:pt x="35251" y="25551"/>
                  </a:cubicBezTo>
                  <a:lnTo>
                    <a:pt x="33166" y="27650"/>
                  </a:lnTo>
                  <a:lnTo>
                    <a:pt x="30253" y="27650"/>
                  </a:lnTo>
                  <a:lnTo>
                    <a:pt x="34245" y="23643"/>
                  </a:lnTo>
                  <a:lnTo>
                    <a:pt x="39317" y="23643"/>
                  </a:lnTo>
                  <a:lnTo>
                    <a:pt x="43442" y="19518"/>
                  </a:lnTo>
                  <a:lnTo>
                    <a:pt x="43442" y="8635"/>
                  </a:lnTo>
                  <a:lnTo>
                    <a:pt x="47893" y="4170"/>
                  </a:lnTo>
                  <a:lnTo>
                    <a:pt x="56809" y="4170"/>
                  </a:lnTo>
                  <a:lnTo>
                    <a:pt x="59648" y="1331"/>
                  </a:lnTo>
                  <a:cubicBezTo>
                    <a:pt x="59781" y="1424"/>
                    <a:pt x="59925" y="1481"/>
                    <a:pt x="60082" y="1481"/>
                  </a:cubicBezTo>
                  <a:cubicBezTo>
                    <a:pt x="60100" y="1481"/>
                    <a:pt x="60118" y="1480"/>
                    <a:pt x="60136" y="1479"/>
                  </a:cubicBezTo>
                  <a:cubicBezTo>
                    <a:pt x="60328" y="1479"/>
                    <a:pt x="60505" y="1390"/>
                    <a:pt x="60638" y="1242"/>
                  </a:cubicBezTo>
                  <a:cubicBezTo>
                    <a:pt x="60772" y="1109"/>
                    <a:pt x="60846" y="917"/>
                    <a:pt x="60846" y="725"/>
                  </a:cubicBezTo>
                  <a:cubicBezTo>
                    <a:pt x="60831" y="532"/>
                    <a:pt x="60757" y="355"/>
                    <a:pt x="60624" y="222"/>
                  </a:cubicBezTo>
                  <a:cubicBezTo>
                    <a:pt x="60624" y="222"/>
                    <a:pt x="60609" y="207"/>
                    <a:pt x="60609" y="207"/>
                  </a:cubicBezTo>
                  <a:cubicBezTo>
                    <a:pt x="60461" y="74"/>
                    <a:pt x="60284" y="0"/>
                    <a:pt x="6010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" name="Google Shape;290;p22"/>
          <p:cNvSpPr/>
          <p:nvPr/>
        </p:nvSpPr>
        <p:spPr>
          <a:xfrm>
            <a:off x="282058" y="3499895"/>
            <a:ext cx="391110" cy="392022"/>
          </a:xfrm>
          <a:custGeom>
            <a:avLst/>
            <a:gdLst/>
            <a:ahLst/>
            <a:cxnLst/>
            <a:rect l="l" t="t" r="r" b="b"/>
            <a:pathLst>
              <a:path w="6433" h="6448" extrusionOk="0">
                <a:moveTo>
                  <a:pt x="5619" y="1"/>
                </a:moveTo>
                <a:cubicBezTo>
                  <a:pt x="5441" y="1"/>
                  <a:pt x="5249" y="74"/>
                  <a:pt x="5101" y="208"/>
                </a:cubicBezTo>
                <a:cubicBezTo>
                  <a:pt x="4835" y="474"/>
                  <a:pt x="4820" y="888"/>
                  <a:pt x="5042" y="1183"/>
                </a:cubicBezTo>
                <a:lnTo>
                  <a:pt x="1139" y="5087"/>
                </a:lnTo>
                <a:cubicBezTo>
                  <a:pt x="1023" y="5010"/>
                  <a:pt x="895" y="4966"/>
                  <a:pt x="766" y="4966"/>
                </a:cubicBezTo>
                <a:cubicBezTo>
                  <a:pt x="747" y="4966"/>
                  <a:pt x="729" y="4967"/>
                  <a:pt x="710" y="4969"/>
                </a:cubicBezTo>
                <a:cubicBezTo>
                  <a:pt x="518" y="4969"/>
                  <a:pt x="325" y="5057"/>
                  <a:pt x="192" y="5205"/>
                </a:cubicBezTo>
                <a:cubicBezTo>
                  <a:pt x="59" y="5353"/>
                  <a:pt x="0" y="5531"/>
                  <a:pt x="0" y="5738"/>
                </a:cubicBezTo>
                <a:cubicBezTo>
                  <a:pt x="15" y="5915"/>
                  <a:pt x="89" y="6092"/>
                  <a:pt x="222" y="6226"/>
                </a:cubicBezTo>
                <a:cubicBezTo>
                  <a:pt x="222" y="6226"/>
                  <a:pt x="237" y="6240"/>
                  <a:pt x="237" y="6240"/>
                </a:cubicBezTo>
                <a:cubicBezTo>
                  <a:pt x="385" y="6373"/>
                  <a:pt x="577" y="6447"/>
                  <a:pt x="769" y="6447"/>
                </a:cubicBezTo>
                <a:cubicBezTo>
                  <a:pt x="961" y="6433"/>
                  <a:pt x="1153" y="6344"/>
                  <a:pt x="1287" y="6211"/>
                </a:cubicBezTo>
                <a:cubicBezTo>
                  <a:pt x="1420" y="6063"/>
                  <a:pt x="1479" y="5871"/>
                  <a:pt x="1479" y="5678"/>
                </a:cubicBezTo>
                <a:cubicBezTo>
                  <a:pt x="1464" y="5516"/>
                  <a:pt x="1405" y="5353"/>
                  <a:pt x="1301" y="5235"/>
                </a:cubicBezTo>
                <a:lnTo>
                  <a:pt x="5190" y="1331"/>
                </a:lnTo>
                <a:cubicBezTo>
                  <a:pt x="5324" y="1425"/>
                  <a:pt x="5479" y="1473"/>
                  <a:pt x="5634" y="1473"/>
                </a:cubicBezTo>
                <a:cubicBezTo>
                  <a:pt x="5820" y="1473"/>
                  <a:pt x="6006" y="1403"/>
                  <a:pt x="6151" y="1257"/>
                </a:cubicBezTo>
                <a:cubicBezTo>
                  <a:pt x="6432" y="976"/>
                  <a:pt x="6432" y="503"/>
                  <a:pt x="6151" y="208"/>
                </a:cubicBezTo>
                <a:cubicBezTo>
                  <a:pt x="6003" y="74"/>
                  <a:pt x="5811" y="1"/>
                  <a:pt x="5619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1" name="Google Shape;291;p22"/>
          <p:cNvGrpSpPr/>
          <p:nvPr/>
        </p:nvGrpSpPr>
        <p:grpSpPr>
          <a:xfrm>
            <a:off x="-396668" y="3016263"/>
            <a:ext cx="1086025" cy="1481619"/>
            <a:chOff x="-396668" y="3016263"/>
            <a:chExt cx="1086025" cy="1481619"/>
          </a:xfrm>
        </p:grpSpPr>
        <p:sp>
          <p:nvSpPr>
            <p:cNvPr id="292" name="Google Shape;292;p22"/>
            <p:cNvSpPr/>
            <p:nvPr/>
          </p:nvSpPr>
          <p:spPr>
            <a:xfrm>
              <a:off x="-383171" y="3016263"/>
              <a:ext cx="1072529" cy="1044744"/>
            </a:xfrm>
            <a:custGeom>
              <a:avLst/>
              <a:gdLst/>
              <a:ahLst/>
              <a:cxnLst/>
              <a:rect l="l" t="t" r="r" b="b"/>
              <a:pathLst>
                <a:path w="17641" h="17184" extrusionOk="0">
                  <a:moveTo>
                    <a:pt x="16857" y="1"/>
                  </a:moveTo>
                  <a:cubicBezTo>
                    <a:pt x="16664" y="15"/>
                    <a:pt x="16487" y="104"/>
                    <a:pt x="16354" y="237"/>
                  </a:cubicBezTo>
                  <a:cubicBezTo>
                    <a:pt x="16221" y="385"/>
                    <a:pt x="16147" y="577"/>
                    <a:pt x="16147" y="769"/>
                  </a:cubicBezTo>
                  <a:cubicBezTo>
                    <a:pt x="16162" y="962"/>
                    <a:pt x="16236" y="1139"/>
                    <a:pt x="16369" y="1272"/>
                  </a:cubicBezTo>
                  <a:cubicBezTo>
                    <a:pt x="16369" y="1272"/>
                    <a:pt x="16383" y="1287"/>
                    <a:pt x="16383" y="1287"/>
                  </a:cubicBezTo>
                  <a:cubicBezTo>
                    <a:pt x="16502" y="1390"/>
                    <a:pt x="16650" y="1464"/>
                    <a:pt x="16812" y="1479"/>
                  </a:cubicBezTo>
                  <a:lnTo>
                    <a:pt x="16812" y="5826"/>
                  </a:lnTo>
                  <a:lnTo>
                    <a:pt x="9064" y="13574"/>
                  </a:lnTo>
                  <a:lnTo>
                    <a:pt x="3416" y="13574"/>
                  </a:lnTo>
                  <a:lnTo>
                    <a:pt x="1154" y="15837"/>
                  </a:lnTo>
                  <a:cubicBezTo>
                    <a:pt x="1050" y="15759"/>
                    <a:pt x="925" y="15715"/>
                    <a:pt x="786" y="15715"/>
                  </a:cubicBezTo>
                  <a:cubicBezTo>
                    <a:pt x="766" y="15715"/>
                    <a:pt x="746" y="15716"/>
                    <a:pt x="725" y="15718"/>
                  </a:cubicBezTo>
                  <a:cubicBezTo>
                    <a:pt x="311" y="15733"/>
                    <a:pt x="0" y="16073"/>
                    <a:pt x="15" y="16472"/>
                  </a:cubicBezTo>
                  <a:cubicBezTo>
                    <a:pt x="15" y="16665"/>
                    <a:pt x="104" y="16842"/>
                    <a:pt x="222" y="16975"/>
                  </a:cubicBezTo>
                  <a:cubicBezTo>
                    <a:pt x="359" y="17098"/>
                    <a:pt x="534" y="17184"/>
                    <a:pt x="736" y="17184"/>
                  </a:cubicBezTo>
                  <a:cubicBezTo>
                    <a:pt x="752" y="17184"/>
                    <a:pt x="768" y="17183"/>
                    <a:pt x="784" y="17182"/>
                  </a:cubicBezTo>
                  <a:cubicBezTo>
                    <a:pt x="1183" y="17167"/>
                    <a:pt x="1509" y="16827"/>
                    <a:pt x="1494" y="16428"/>
                  </a:cubicBezTo>
                  <a:cubicBezTo>
                    <a:pt x="1479" y="16251"/>
                    <a:pt x="1420" y="16103"/>
                    <a:pt x="1316" y="15984"/>
                  </a:cubicBezTo>
                  <a:lnTo>
                    <a:pt x="3505" y="13796"/>
                  </a:lnTo>
                  <a:lnTo>
                    <a:pt x="9153" y="13796"/>
                  </a:lnTo>
                  <a:lnTo>
                    <a:pt x="17034" y="5915"/>
                  </a:lnTo>
                  <a:lnTo>
                    <a:pt x="17034" y="1464"/>
                  </a:lnTo>
                  <a:cubicBezTo>
                    <a:pt x="17182" y="1435"/>
                    <a:pt x="17330" y="1361"/>
                    <a:pt x="17433" y="1243"/>
                  </a:cubicBezTo>
                  <a:cubicBezTo>
                    <a:pt x="17566" y="1095"/>
                    <a:pt x="17640" y="917"/>
                    <a:pt x="17626" y="710"/>
                  </a:cubicBezTo>
                  <a:cubicBezTo>
                    <a:pt x="17626" y="518"/>
                    <a:pt x="17537" y="341"/>
                    <a:pt x="17389" y="208"/>
                  </a:cubicBezTo>
                  <a:cubicBezTo>
                    <a:pt x="17256" y="74"/>
                    <a:pt x="17078" y="1"/>
                    <a:pt x="168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-249238" y="3962856"/>
              <a:ext cx="747992" cy="352565"/>
            </a:xfrm>
            <a:custGeom>
              <a:avLst/>
              <a:gdLst/>
              <a:ahLst/>
              <a:cxnLst/>
              <a:rect l="l" t="t" r="r" b="b"/>
              <a:pathLst>
                <a:path w="12303" h="5799" extrusionOk="0">
                  <a:moveTo>
                    <a:pt x="11519" y="0"/>
                  </a:moveTo>
                  <a:cubicBezTo>
                    <a:pt x="11164" y="15"/>
                    <a:pt x="10883" y="267"/>
                    <a:pt x="10824" y="607"/>
                  </a:cubicBezTo>
                  <a:lnTo>
                    <a:pt x="4939" y="607"/>
                  </a:lnTo>
                  <a:lnTo>
                    <a:pt x="1124" y="4421"/>
                  </a:lnTo>
                  <a:cubicBezTo>
                    <a:pt x="1006" y="4362"/>
                    <a:pt x="873" y="4318"/>
                    <a:pt x="725" y="4318"/>
                  </a:cubicBezTo>
                  <a:cubicBezTo>
                    <a:pt x="326" y="4333"/>
                    <a:pt x="1" y="4688"/>
                    <a:pt x="15" y="5087"/>
                  </a:cubicBezTo>
                  <a:cubicBezTo>
                    <a:pt x="30" y="5279"/>
                    <a:pt x="104" y="5457"/>
                    <a:pt x="237" y="5590"/>
                  </a:cubicBezTo>
                  <a:cubicBezTo>
                    <a:pt x="237" y="5590"/>
                    <a:pt x="252" y="5604"/>
                    <a:pt x="252" y="5604"/>
                  </a:cubicBezTo>
                  <a:cubicBezTo>
                    <a:pt x="387" y="5726"/>
                    <a:pt x="560" y="5798"/>
                    <a:pt x="735" y="5798"/>
                  </a:cubicBezTo>
                  <a:cubicBezTo>
                    <a:pt x="752" y="5798"/>
                    <a:pt x="768" y="5798"/>
                    <a:pt x="784" y="5797"/>
                  </a:cubicBezTo>
                  <a:cubicBezTo>
                    <a:pt x="1198" y="5782"/>
                    <a:pt x="1509" y="5442"/>
                    <a:pt x="1494" y="5028"/>
                  </a:cubicBezTo>
                  <a:cubicBezTo>
                    <a:pt x="1494" y="4850"/>
                    <a:pt x="1405" y="4688"/>
                    <a:pt x="1302" y="4569"/>
                  </a:cubicBezTo>
                  <a:lnTo>
                    <a:pt x="5028" y="828"/>
                  </a:lnTo>
                  <a:lnTo>
                    <a:pt x="10824" y="828"/>
                  </a:lnTo>
                  <a:cubicBezTo>
                    <a:pt x="10839" y="991"/>
                    <a:pt x="10913" y="1139"/>
                    <a:pt x="11031" y="1257"/>
                  </a:cubicBezTo>
                  <a:cubicBezTo>
                    <a:pt x="11154" y="1381"/>
                    <a:pt x="11341" y="1466"/>
                    <a:pt x="11533" y="1466"/>
                  </a:cubicBezTo>
                  <a:cubicBezTo>
                    <a:pt x="11548" y="1466"/>
                    <a:pt x="11563" y="1465"/>
                    <a:pt x="11578" y="1464"/>
                  </a:cubicBezTo>
                  <a:cubicBezTo>
                    <a:pt x="11977" y="1449"/>
                    <a:pt x="12303" y="1109"/>
                    <a:pt x="12288" y="710"/>
                  </a:cubicBezTo>
                  <a:cubicBezTo>
                    <a:pt x="12273" y="311"/>
                    <a:pt x="11948" y="0"/>
                    <a:pt x="1154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-287904" y="3651824"/>
              <a:ext cx="950265" cy="846058"/>
            </a:xfrm>
            <a:custGeom>
              <a:avLst/>
              <a:gdLst/>
              <a:ahLst/>
              <a:cxnLst/>
              <a:rect l="l" t="t" r="r" b="b"/>
              <a:pathLst>
                <a:path w="15630" h="13916" extrusionOk="0">
                  <a:moveTo>
                    <a:pt x="14831" y="0"/>
                  </a:moveTo>
                  <a:cubicBezTo>
                    <a:pt x="14639" y="0"/>
                    <a:pt x="14447" y="60"/>
                    <a:pt x="14299" y="207"/>
                  </a:cubicBezTo>
                  <a:cubicBezTo>
                    <a:pt x="14018" y="503"/>
                    <a:pt x="14018" y="961"/>
                    <a:pt x="14299" y="1257"/>
                  </a:cubicBezTo>
                  <a:cubicBezTo>
                    <a:pt x="14432" y="1376"/>
                    <a:pt x="14580" y="1449"/>
                    <a:pt x="14743" y="1464"/>
                  </a:cubicBezTo>
                  <a:lnTo>
                    <a:pt x="14743" y="5974"/>
                  </a:lnTo>
                  <a:lnTo>
                    <a:pt x="12303" y="8429"/>
                  </a:lnTo>
                  <a:lnTo>
                    <a:pt x="5383" y="8429"/>
                  </a:lnTo>
                  <a:lnTo>
                    <a:pt x="1198" y="12598"/>
                  </a:lnTo>
                  <a:cubicBezTo>
                    <a:pt x="1065" y="12495"/>
                    <a:pt x="903" y="12436"/>
                    <a:pt x="725" y="12436"/>
                  </a:cubicBezTo>
                  <a:cubicBezTo>
                    <a:pt x="311" y="12465"/>
                    <a:pt x="1" y="12805"/>
                    <a:pt x="15" y="13204"/>
                  </a:cubicBezTo>
                  <a:cubicBezTo>
                    <a:pt x="15" y="13397"/>
                    <a:pt x="104" y="13574"/>
                    <a:pt x="222" y="13707"/>
                  </a:cubicBezTo>
                  <a:cubicBezTo>
                    <a:pt x="360" y="13831"/>
                    <a:pt x="535" y="13916"/>
                    <a:pt x="725" y="13916"/>
                  </a:cubicBezTo>
                  <a:cubicBezTo>
                    <a:pt x="739" y="13916"/>
                    <a:pt x="754" y="13915"/>
                    <a:pt x="770" y="13914"/>
                  </a:cubicBezTo>
                  <a:cubicBezTo>
                    <a:pt x="1184" y="13899"/>
                    <a:pt x="1509" y="13559"/>
                    <a:pt x="1479" y="13145"/>
                  </a:cubicBezTo>
                  <a:cubicBezTo>
                    <a:pt x="1479" y="13012"/>
                    <a:pt x="1435" y="12879"/>
                    <a:pt x="1361" y="12761"/>
                  </a:cubicBezTo>
                  <a:lnTo>
                    <a:pt x="5472" y="8650"/>
                  </a:lnTo>
                  <a:lnTo>
                    <a:pt x="12392" y="8650"/>
                  </a:lnTo>
                  <a:lnTo>
                    <a:pt x="14964" y="6063"/>
                  </a:lnTo>
                  <a:lnTo>
                    <a:pt x="14964" y="1464"/>
                  </a:lnTo>
                  <a:cubicBezTo>
                    <a:pt x="15112" y="1435"/>
                    <a:pt x="15245" y="1361"/>
                    <a:pt x="15349" y="1257"/>
                  </a:cubicBezTo>
                  <a:cubicBezTo>
                    <a:pt x="15630" y="961"/>
                    <a:pt x="15630" y="503"/>
                    <a:pt x="15349" y="207"/>
                  </a:cubicBezTo>
                  <a:cubicBezTo>
                    <a:pt x="15201" y="60"/>
                    <a:pt x="15009" y="0"/>
                    <a:pt x="1483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-396668" y="3217619"/>
              <a:ext cx="969173" cy="598795"/>
            </a:xfrm>
            <a:custGeom>
              <a:avLst/>
              <a:gdLst/>
              <a:ahLst/>
              <a:cxnLst/>
              <a:rect l="l" t="t" r="r" b="b"/>
              <a:pathLst>
                <a:path w="15941" h="9849" extrusionOk="0">
                  <a:moveTo>
                    <a:pt x="15156" y="1"/>
                  </a:moveTo>
                  <a:cubicBezTo>
                    <a:pt x="14757" y="15"/>
                    <a:pt x="14432" y="356"/>
                    <a:pt x="14447" y="755"/>
                  </a:cubicBezTo>
                  <a:cubicBezTo>
                    <a:pt x="14461" y="903"/>
                    <a:pt x="14506" y="1036"/>
                    <a:pt x="14595" y="1154"/>
                  </a:cubicBezTo>
                  <a:lnTo>
                    <a:pt x="9567" y="6166"/>
                  </a:lnTo>
                  <a:lnTo>
                    <a:pt x="3461" y="6166"/>
                  </a:lnTo>
                  <a:lnTo>
                    <a:pt x="1139" y="8488"/>
                  </a:lnTo>
                  <a:cubicBezTo>
                    <a:pt x="1036" y="8410"/>
                    <a:pt x="910" y="8367"/>
                    <a:pt x="772" y="8367"/>
                  </a:cubicBezTo>
                  <a:cubicBezTo>
                    <a:pt x="751" y="8367"/>
                    <a:pt x="731" y="8368"/>
                    <a:pt x="710" y="8370"/>
                  </a:cubicBezTo>
                  <a:cubicBezTo>
                    <a:pt x="518" y="8370"/>
                    <a:pt x="341" y="8458"/>
                    <a:pt x="208" y="8606"/>
                  </a:cubicBezTo>
                  <a:cubicBezTo>
                    <a:pt x="60" y="8754"/>
                    <a:pt x="1" y="8932"/>
                    <a:pt x="1" y="9139"/>
                  </a:cubicBezTo>
                  <a:cubicBezTo>
                    <a:pt x="15" y="9316"/>
                    <a:pt x="89" y="9493"/>
                    <a:pt x="222" y="9626"/>
                  </a:cubicBezTo>
                  <a:cubicBezTo>
                    <a:pt x="222" y="9641"/>
                    <a:pt x="237" y="9641"/>
                    <a:pt x="237" y="9641"/>
                  </a:cubicBezTo>
                  <a:cubicBezTo>
                    <a:pt x="385" y="9789"/>
                    <a:pt x="577" y="9848"/>
                    <a:pt x="769" y="9848"/>
                  </a:cubicBezTo>
                  <a:cubicBezTo>
                    <a:pt x="962" y="9833"/>
                    <a:pt x="1154" y="9760"/>
                    <a:pt x="1287" y="9612"/>
                  </a:cubicBezTo>
                  <a:cubicBezTo>
                    <a:pt x="1420" y="9464"/>
                    <a:pt x="1494" y="9272"/>
                    <a:pt x="1479" y="9079"/>
                  </a:cubicBezTo>
                  <a:cubicBezTo>
                    <a:pt x="1479" y="8917"/>
                    <a:pt x="1405" y="8754"/>
                    <a:pt x="1302" y="8636"/>
                  </a:cubicBezTo>
                  <a:lnTo>
                    <a:pt x="3549" y="6388"/>
                  </a:lnTo>
                  <a:lnTo>
                    <a:pt x="9656" y="6388"/>
                  </a:lnTo>
                  <a:lnTo>
                    <a:pt x="14742" y="1317"/>
                  </a:lnTo>
                  <a:cubicBezTo>
                    <a:pt x="14862" y="1410"/>
                    <a:pt x="15017" y="1467"/>
                    <a:pt x="15165" y="1467"/>
                  </a:cubicBezTo>
                  <a:cubicBezTo>
                    <a:pt x="15182" y="1467"/>
                    <a:pt x="15199" y="1466"/>
                    <a:pt x="15216" y="1464"/>
                  </a:cubicBezTo>
                  <a:cubicBezTo>
                    <a:pt x="15630" y="1450"/>
                    <a:pt x="15940" y="1110"/>
                    <a:pt x="15925" y="710"/>
                  </a:cubicBezTo>
                  <a:cubicBezTo>
                    <a:pt x="15911" y="311"/>
                    <a:pt x="15585" y="1"/>
                    <a:pt x="151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22"/>
          <p:cNvSpPr/>
          <p:nvPr/>
        </p:nvSpPr>
        <p:spPr>
          <a:xfrm>
            <a:off x="-435437" y="2731200"/>
            <a:ext cx="1826100" cy="18261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7544613" y="3624475"/>
            <a:ext cx="1826100" cy="18261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2382325" y="3641606"/>
            <a:ext cx="4379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including icons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3"/>
          <p:cNvGrpSpPr/>
          <p:nvPr/>
        </p:nvGrpSpPr>
        <p:grpSpPr>
          <a:xfrm rot="-2700000" flipH="1">
            <a:off x="-207953" y="3813256"/>
            <a:ext cx="2303575" cy="2027523"/>
            <a:chOff x="715100" y="1571201"/>
            <a:chExt cx="2303597" cy="2027543"/>
          </a:xfrm>
        </p:grpSpPr>
        <p:sp>
          <p:nvSpPr>
            <p:cNvPr id="301" name="Google Shape;301;p23"/>
            <p:cNvSpPr/>
            <p:nvPr/>
          </p:nvSpPr>
          <p:spPr>
            <a:xfrm>
              <a:off x="715100" y="1571201"/>
              <a:ext cx="2303597" cy="2027543"/>
            </a:xfrm>
            <a:custGeom>
              <a:avLst/>
              <a:gdLst/>
              <a:ahLst/>
              <a:cxnLst/>
              <a:rect l="l" t="t" r="r" b="b"/>
              <a:pathLst>
                <a:path w="32945" h="28997" extrusionOk="0">
                  <a:moveTo>
                    <a:pt x="32131" y="1"/>
                  </a:moveTo>
                  <a:cubicBezTo>
                    <a:pt x="31954" y="1"/>
                    <a:pt x="31762" y="75"/>
                    <a:pt x="31614" y="208"/>
                  </a:cubicBezTo>
                  <a:cubicBezTo>
                    <a:pt x="31496" y="326"/>
                    <a:pt x="31436" y="474"/>
                    <a:pt x="31407" y="622"/>
                  </a:cubicBezTo>
                  <a:lnTo>
                    <a:pt x="27001" y="622"/>
                  </a:lnTo>
                  <a:lnTo>
                    <a:pt x="21796" y="5841"/>
                  </a:lnTo>
                  <a:lnTo>
                    <a:pt x="21796" y="11105"/>
                  </a:lnTo>
                  <a:lnTo>
                    <a:pt x="14196" y="18705"/>
                  </a:lnTo>
                  <a:lnTo>
                    <a:pt x="8961" y="18705"/>
                  </a:lnTo>
                  <a:lnTo>
                    <a:pt x="4304" y="23363"/>
                  </a:lnTo>
                  <a:cubicBezTo>
                    <a:pt x="4171" y="23259"/>
                    <a:pt x="4008" y="23215"/>
                    <a:pt x="3845" y="23215"/>
                  </a:cubicBezTo>
                  <a:cubicBezTo>
                    <a:pt x="3638" y="23230"/>
                    <a:pt x="3461" y="23304"/>
                    <a:pt x="3328" y="23452"/>
                  </a:cubicBezTo>
                  <a:cubicBezTo>
                    <a:pt x="3195" y="23600"/>
                    <a:pt x="3121" y="23792"/>
                    <a:pt x="3136" y="23984"/>
                  </a:cubicBezTo>
                  <a:cubicBezTo>
                    <a:pt x="3136" y="24176"/>
                    <a:pt x="3210" y="24339"/>
                    <a:pt x="3343" y="24472"/>
                  </a:cubicBezTo>
                  <a:cubicBezTo>
                    <a:pt x="3357" y="24487"/>
                    <a:pt x="3357" y="24487"/>
                    <a:pt x="3372" y="24502"/>
                  </a:cubicBezTo>
                  <a:cubicBezTo>
                    <a:pt x="3505" y="24635"/>
                    <a:pt x="3697" y="24694"/>
                    <a:pt x="3890" y="24694"/>
                  </a:cubicBezTo>
                  <a:cubicBezTo>
                    <a:pt x="3964" y="24694"/>
                    <a:pt x="4038" y="24664"/>
                    <a:pt x="4111" y="24649"/>
                  </a:cubicBezTo>
                  <a:lnTo>
                    <a:pt x="4111" y="24649"/>
                  </a:lnTo>
                  <a:lnTo>
                    <a:pt x="1125" y="27621"/>
                  </a:lnTo>
                  <a:cubicBezTo>
                    <a:pt x="1006" y="27547"/>
                    <a:pt x="859" y="27518"/>
                    <a:pt x="711" y="27518"/>
                  </a:cubicBezTo>
                  <a:cubicBezTo>
                    <a:pt x="518" y="27518"/>
                    <a:pt x="341" y="27607"/>
                    <a:pt x="208" y="27754"/>
                  </a:cubicBezTo>
                  <a:cubicBezTo>
                    <a:pt x="60" y="27902"/>
                    <a:pt x="1" y="28080"/>
                    <a:pt x="1" y="28287"/>
                  </a:cubicBezTo>
                  <a:cubicBezTo>
                    <a:pt x="16" y="28479"/>
                    <a:pt x="90" y="28642"/>
                    <a:pt x="223" y="28775"/>
                  </a:cubicBezTo>
                  <a:cubicBezTo>
                    <a:pt x="223" y="28790"/>
                    <a:pt x="237" y="28790"/>
                    <a:pt x="237" y="28804"/>
                  </a:cubicBezTo>
                  <a:cubicBezTo>
                    <a:pt x="385" y="28937"/>
                    <a:pt x="578" y="28997"/>
                    <a:pt x="770" y="28997"/>
                  </a:cubicBezTo>
                  <a:cubicBezTo>
                    <a:pt x="962" y="28982"/>
                    <a:pt x="1154" y="28908"/>
                    <a:pt x="1287" y="28760"/>
                  </a:cubicBezTo>
                  <a:cubicBezTo>
                    <a:pt x="1420" y="28612"/>
                    <a:pt x="1494" y="28420"/>
                    <a:pt x="1480" y="28228"/>
                  </a:cubicBezTo>
                  <a:cubicBezTo>
                    <a:pt x="1480" y="28050"/>
                    <a:pt x="1406" y="27902"/>
                    <a:pt x="1302" y="27769"/>
                  </a:cubicBezTo>
                  <a:lnTo>
                    <a:pt x="4259" y="24812"/>
                  </a:lnTo>
                  <a:cubicBezTo>
                    <a:pt x="4392" y="24945"/>
                    <a:pt x="4585" y="25004"/>
                    <a:pt x="4762" y="25004"/>
                  </a:cubicBezTo>
                  <a:cubicBezTo>
                    <a:pt x="4969" y="24989"/>
                    <a:pt x="5147" y="24901"/>
                    <a:pt x="5280" y="24768"/>
                  </a:cubicBezTo>
                  <a:cubicBezTo>
                    <a:pt x="5413" y="24620"/>
                    <a:pt x="5487" y="24428"/>
                    <a:pt x="5472" y="24235"/>
                  </a:cubicBezTo>
                  <a:cubicBezTo>
                    <a:pt x="5472" y="24206"/>
                    <a:pt x="5472" y="24176"/>
                    <a:pt x="5457" y="24132"/>
                  </a:cubicBezTo>
                  <a:lnTo>
                    <a:pt x="5457" y="24132"/>
                  </a:lnTo>
                  <a:cubicBezTo>
                    <a:pt x="5487" y="24191"/>
                    <a:pt x="5531" y="24235"/>
                    <a:pt x="5561" y="24265"/>
                  </a:cubicBezTo>
                  <a:cubicBezTo>
                    <a:pt x="5575" y="24280"/>
                    <a:pt x="5575" y="24280"/>
                    <a:pt x="5590" y="24295"/>
                  </a:cubicBezTo>
                  <a:cubicBezTo>
                    <a:pt x="5725" y="24416"/>
                    <a:pt x="5886" y="24489"/>
                    <a:pt x="6071" y="24489"/>
                  </a:cubicBezTo>
                  <a:cubicBezTo>
                    <a:pt x="6088" y="24489"/>
                    <a:pt x="6105" y="24488"/>
                    <a:pt x="6122" y="24487"/>
                  </a:cubicBezTo>
                  <a:cubicBezTo>
                    <a:pt x="6315" y="24472"/>
                    <a:pt x="6492" y="24398"/>
                    <a:pt x="6625" y="24250"/>
                  </a:cubicBezTo>
                  <a:cubicBezTo>
                    <a:pt x="6729" y="24147"/>
                    <a:pt x="6788" y="24028"/>
                    <a:pt x="6817" y="23895"/>
                  </a:cubicBezTo>
                  <a:lnTo>
                    <a:pt x="11712" y="23895"/>
                  </a:lnTo>
                  <a:lnTo>
                    <a:pt x="12436" y="23171"/>
                  </a:lnTo>
                  <a:lnTo>
                    <a:pt x="12436" y="21382"/>
                  </a:lnTo>
                  <a:cubicBezTo>
                    <a:pt x="12584" y="21352"/>
                    <a:pt x="12717" y="21278"/>
                    <a:pt x="12821" y="21160"/>
                  </a:cubicBezTo>
                  <a:cubicBezTo>
                    <a:pt x="12954" y="21027"/>
                    <a:pt x="13028" y="20835"/>
                    <a:pt x="13013" y="20642"/>
                  </a:cubicBezTo>
                  <a:cubicBezTo>
                    <a:pt x="12998" y="20435"/>
                    <a:pt x="12909" y="20258"/>
                    <a:pt x="12776" y="20125"/>
                  </a:cubicBezTo>
                  <a:cubicBezTo>
                    <a:pt x="12641" y="20003"/>
                    <a:pt x="12468" y="19931"/>
                    <a:pt x="12293" y="19931"/>
                  </a:cubicBezTo>
                  <a:cubicBezTo>
                    <a:pt x="12276" y="19931"/>
                    <a:pt x="12260" y="19931"/>
                    <a:pt x="12244" y="19933"/>
                  </a:cubicBezTo>
                  <a:cubicBezTo>
                    <a:pt x="12052" y="19933"/>
                    <a:pt x="11859" y="20021"/>
                    <a:pt x="11726" y="20169"/>
                  </a:cubicBezTo>
                  <a:cubicBezTo>
                    <a:pt x="11593" y="20302"/>
                    <a:pt x="11534" y="20494"/>
                    <a:pt x="11534" y="20687"/>
                  </a:cubicBezTo>
                  <a:cubicBezTo>
                    <a:pt x="11549" y="20879"/>
                    <a:pt x="11623" y="21056"/>
                    <a:pt x="11756" y="21189"/>
                  </a:cubicBezTo>
                  <a:cubicBezTo>
                    <a:pt x="11756" y="21189"/>
                    <a:pt x="11771" y="21204"/>
                    <a:pt x="11771" y="21204"/>
                  </a:cubicBezTo>
                  <a:cubicBezTo>
                    <a:pt x="11904" y="21322"/>
                    <a:pt x="12052" y="21382"/>
                    <a:pt x="12214" y="21396"/>
                  </a:cubicBezTo>
                  <a:lnTo>
                    <a:pt x="12214" y="23082"/>
                  </a:lnTo>
                  <a:lnTo>
                    <a:pt x="11623" y="23673"/>
                  </a:lnTo>
                  <a:lnTo>
                    <a:pt x="6817" y="23673"/>
                  </a:lnTo>
                  <a:cubicBezTo>
                    <a:pt x="6803" y="23496"/>
                    <a:pt x="6729" y="23333"/>
                    <a:pt x="6596" y="23200"/>
                  </a:cubicBezTo>
                  <a:cubicBezTo>
                    <a:pt x="6448" y="23067"/>
                    <a:pt x="6255" y="23008"/>
                    <a:pt x="6063" y="23008"/>
                  </a:cubicBezTo>
                  <a:cubicBezTo>
                    <a:pt x="5856" y="23023"/>
                    <a:pt x="5679" y="23097"/>
                    <a:pt x="5546" y="23245"/>
                  </a:cubicBezTo>
                  <a:cubicBezTo>
                    <a:pt x="5413" y="23393"/>
                    <a:pt x="5339" y="23585"/>
                    <a:pt x="5354" y="23777"/>
                  </a:cubicBezTo>
                  <a:cubicBezTo>
                    <a:pt x="5354" y="23807"/>
                    <a:pt x="5354" y="23836"/>
                    <a:pt x="5368" y="23866"/>
                  </a:cubicBezTo>
                  <a:cubicBezTo>
                    <a:pt x="5324" y="23821"/>
                    <a:pt x="5294" y="23762"/>
                    <a:pt x="5235" y="23718"/>
                  </a:cubicBezTo>
                  <a:cubicBezTo>
                    <a:pt x="5113" y="23596"/>
                    <a:pt x="4942" y="23524"/>
                    <a:pt x="4755" y="23524"/>
                  </a:cubicBezTo>
                  <a:cubicBezTo>
                    <a:pt x="4738" y="23524"/>
                    <a:pt x="4720" y="23524"/>
                    <a:pt x="4703" y="23526"/>
                  </a:cubicBezTo>
                  <a:cubicBezTo>
                    <a:pt x="4629" y="23526"/>
                    <a:pt x="4570" y="23540"/>
                    <a:pt x="4496" y="23570"/>
                  </a:cubicBezTo>
                  <a:cubicBezTo>
                    <a:pt x="4481" y="23555"/>
                    <a:pt x="4466" y="23526"/>
                    <a:pt x="4452" y="23511"/>
                  </a:cubicBezTo>
                  <a:lnTo>
                    <a:pt x="9050" y="18927"/>
                  </a:lnTo>
                  <a:lnTo>
                    <a:pt x="14284" y="18927"/>
                  </a:lnTo>
                  <a:lnTo>
                    <a:pt x="22018" y="11194"/>
                  </a:lnTo>
                  <a:lnTo>
                    <a:pt x="22018" y="5930"/>
                  </a:lnTo>
                  <a:lnTo>
                    <a:pt x="27104" y="844"/>
                  </a:lnTo>
                  <a:lnTo>
                    <a:pt x="31407" y="844"/>
                  </a:lnTo>
                  <a:cubicBezTo>
                    <a:pt x="31436" y="991"/>
                    <a:pt x="31496" y="1139"/>
                    <a:pt x="31614" y="1258"/>
                  </a:cubicBezTo>
                  <a:cubicBezTo>
                    <a:pt x="31762" y="1405"/>
                    <a:pt x="31950" y="1479"/>
                    <a:pt x="32139" y="1479"/>
                  </a:cubicBezTo>
                  <a:cubicBezTo>
                    <a:pt x="32327" y="1479"/>
                    <a:pt x="32516" y="1405"/>
                    <a:pt x="32664" y="1258"/>
                  </a:cubicBezTo>
                  <a:cubicBezTo>
                    <a:pt x="32945" y="977"/>
                    <a:pt x="32945" y="504"/>
                    <a:pt x="32664" y="208"/>
                  </a:cubicBezTo>
                  <a:cubicBezTo>
                    <a:pt x="32516" y="75"/>
                    <a:pt x="32324" y="1"/>
                    <a:pt x="32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861935" y="2976281"/>
              <a:ext cx="902630" cy="612241"/>
            </a:xfrm>
            <a:custGeom>
              <a:avLst/>
              <a:gdLst/>
              <a:ahLst/>
              <a:cxnLst/>
              <a:rect l="l" t="t" r="r" b="b"/>
              <a:pathLst>
                <a:path w="12909" h="8756" extrusionOk="0">
                  <a:moveTo>
                    <a:pt x="12125" y="0"/>
                  </a:moveTo>
                  <a:cubicBezTo>
                    <a:pt x="11711" y="15"/>
                    <a:pt x="11401" y="355"/>
                    <a:pt x="11415" y="769"/>
                  </a:cubicBezTo>
                  <a:cubicBezTo>
                    <a:pt x="11415" y="947"/>
                    <a:pt x="11489" y="1124"/>
                    <a:pt x="11622" y="1257"/>
                  </a:cubicBezTo>
                  <a:cubicBezTo>
                    <a:pt x="11637" y="1272"/>
                    <a:pt x="11637" y="1272"/>
                    <a:pt x="11652" y="1287"/>
                  </a:cubicBezTo>
                  <a:cubicBezTo>
                    <a:pt x="11770" y="1390"/>
                    <a:pt x="11903" y="1449"/>
                    <a:pt x="12051" y="1464"/>
                  </a:cubicBezTo>
                  <a:lnTo>
                    <a:pt x="12051" y="3519"/>
                  </a:lnTo>
                  <a:lnTo>
                    <a:pt x="10750" y="4821"/>
                  </a:lnTo>
                  <a:lnTo>
                    <a:pt x="3712" y="4821"/>
                  </a:lnTo>
                  <a:lnTo>
                    <a:pt x="1139" y="7393"/>
                  </a:lnTo>
                  <a:cubicBezTo>
                    <a:pt x="1006" y="7319"/>
                    <a:pt x="873" y="7275"/>
                    <a:pt x="725" y="7275"/>
                  </a:cubicBezTo>
                  <a:cubicBezTo>
                    <a:pt x="518" y="7290"/>
                    <a:pt x="341" y="7379"/>
                    <a:pt x="208" y="7512"/>
                  </a:cubicBezTo>
                  <a:cubicBezTo>
                    <a:pt x="74" y="7659"/>
                    <a:pt x="1" y="7852"/>
                    <a:pt x="15" y="8044"/>
                  </a:cubicBezTo>
                  <a:cubicBezTo>
                    <a:pt x="15" y="8236"/>
                    <a:pt x="89" y="8414"/>
                    <a:pt x="222" y="8547"/>
                  </a:cubicBezTo>
                  <a:cubicBezTo>
                    <a:pt x="237" y="8547"/>
                    <a:pt x="237" y="8547"/>
                    <a:pt x="252" y="8561"/>
                  </a:cubicBezTo>
                  <a:cubicBezTo>
                    <a:pt x="374" y="8683"/>
                    <a:pt x="545" y="8756"/>
                    <a:pt x="721" y="8756"/>
                  </a:cubicBezTo>
                  <a:cubicBezTo>
                    <a:pt x="737" y="8756"/>
                    <a:pt x="753" y="8755"/>
                    <a:pt x="769" y="8754"/>
                  </a:cubicBezTo>
                  <a:cubicBezTo>
                    <a:pt x="976" y="8754"/>
                    <a:pt x="1154" y="8665"/>
                    <a:pt x="1287" y="8517"/>
                  </a:cubicBezTo>
                  <a:cubicBezTo>
                    <a:pt x="1420" y="8369"/>
                    <a:pt x="1494" y="8192"/>
                    <a:pt x="1479" y="7985"/>
                  </a:cubicBezTo>
                  <a:cubicBezTo>
                    <a:pt x="1479" y="7822"/>
                    <a:pt x="1405" y="7659"/>
                    <a:pt x="1302" y="7541"/>
                  </a:cubicBezTo>
                  <a:lnTo>
                    <a:pt x="3801" y="5042"/>
                  </a:lnTo>
                  <a:lnTo>
                    <a:pt x="10854" y="5042"/>
                  </a:lnTo>
                  <a:lnTo>
                    <a:pt x="12273" y="3623"/>
                  </a:lnTo>
                  <a:lnTo>
                    <a:pt x="12273" y="1464"/>
                  </a:lnTo>
                  <a:cubicBezTo>
                    <a:pt x="12628" y="1405"/>
                    <a:pt x="12909" y="1080"/>
                    <a:pt x="12894" y="710"/>
                  </a:cubicBezTo>
                  <a:cubicBezTo>
                    <a:pt x="12879" y="311"/>
                    <a:pt x="12539" y="0"/>
                    <a:pt x="1215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23"/>
          <p:cNvSpPr/>
          <p:nvPr/>
        </p:nvSpPr>
        <p:spPr>
          <a:xfrm rot="-5400000" flipH="1">
            <a:off x="7327584" y="-180251"/>
            <a:ext cx="335359" cy="901749"/>
          </a:xfrm>
          <a:custGeom>
            <a:avLst/>
            <a:gdLst/>
            <a:ahLst/>
            <a:cxnLst/>
            <a:rect l="l" t="t" r="r" b="b"/>
            <a:pathLst>
              <a:path w="5516" h="14832" extrusionOk="0">
                <a:moveTo>
                  <a:pt x="2676" y="1"/>
                </a:moveTo>
                <a:cubicBezTo>
                  <a:pt x="2484" y="1"/>
                  <a:pt x="2307" y="164"/>
                  <a:pt x="2307" y="371"/>
                </a:cubicBezTo>
                <a:cubicBezTo>
                  <a:pt x="2307" y="563"/>
                  <a:pt x="2484" y="740"/>
                  <a:pt x="2676" y="740"/>
                </a:cubicBezTo>
                <a:cubicBezTo>
                  <a:pt x="2780" y="740"/>
                  <a:pt x="2869" y="696"/>
                  <a:pt x="2928" y="637"/>
                </a:cubicBezTo>
                <a:lnTo>
                  <a:pt x="5294" y="3003"/>
                </a:lnTo>
                <a:lnTo>
                  <a:pt x="5294" y="11904"/>
                </a:lnTo>
                <a:lnTo>
                  <a:pt x="2676" y="14521"/>
                </a:lnTo>
                <a:lnTo>
                  <a:pt x="488" y="12347"/>
                </a:lnTo>
                <a:lnTo>
                  <a:pt x="488" y="3180"/>
                </a:lnTo>
                <a:cubicBezTo>
                  <a:pt x="636" y="3136"/>
                  <a:pt x="739" y="3003"/>
                  <a:pt x="739" y="2840"/>
                </a:cubicBezTo>
                <a:cubicBezTo>
                  <a:pt x="739" y="2633"/>
                  <a:pt x="562" y="2470"/>
                  <a:pt x="370" y="2470"/>
                </a:cubicBezTo>
                <a:cubicBezTo>
                  <a:pt x="163" y="2470"/>
                  <a:pt x="0" y="2633"/>
                  <a:pt x="0" y="2840"/>
                </a:cubicBezTo>
                <a:cubicBezTo>
                  <a:pt x="0" y="3003"/>
                  <a:pt x="104" y="3150"/>
                  <a:pt x="266" y="3195"/>
                </a:cubicBezTo>
                <a:lnTo>
                  <a:pt x="266" y="12392"/>
                </a:lnTo>
                <a:lnTo>
                  <a:pt x="266" y="12436"/>
                </a:lnTo>
                <a:lnTo>
                  <a:pt x="2676" y="14832"/>
                </a:lnTo>
                <a:lnTo>
                  <a:pt x="5515" y="11993"/>
                </a:lnTo>
                <a:lnTo>
                  <a:pt x="5515" y="2958"/>
                </a:lnTo>
                <a:lnTo>
                  <a:pt x="5515" y="2899"/>
                </a:lnTo>
                <a:lnTo>
                  <a:pt x="3046" y="445"/>
                </a:lnTo>
                <a:cubicBezTo>
                  <a:pt x="3046" y="415"/>
                  <a:pt x="3046" y="385"/>
                  <a:pt x="3046" y="371"/>
                </a:cubicBezTo>
                <a:cubicBezTo>
                  <a:pt x="3046" y="164"/>
                  <a:pt x="2883" y="1"/>
                  <a:pt x="2676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3"/>
          <p:cNvSpPr/>
          <p:nvPr/>
        </p:nvSpPr>
        <p:spPr>
          <a:xfrm rot="-5400000" flipH="1">
            <a:off x="7494893" y="-8684"/>
            <a:ext cx="100741" cy="572044"/>
          </a:xfrm>
          <a:custGeom>
            <a:avLst/>
            <a:gdLst/>
            <a:ahLst/>
            <a:cxnLst/>
            <a:rect l="l" t="t" r="r" b="b"/>
            <a:pathLst>
              <a:path w="1657" h="9409" extrusionOk="0">
                <a:moveTo>
                  <a:pt x="799" y="1"/>
                </a:moveTo>
                <a:cubicBezTo>
                  <a:pt x="622" y="1"/>
                  <a:pt x="429" y="75"/>
                  <a:pt x="282" y="208"/>
                </a:cubicBezTo>
                <a:cubicBezTo>
                  <a:pt x="1" y="504"/>
                  <a:pt x="1" y="977"/>
                  <a:pt x="282" y="1258"/>
                </a:cubicBezTo>
                <a:cubicBezTo>
                  <a:pt x="400" y="1376"/>
                  <a:pt x="563" y="1450"/>
                  <a:pt x="710" y="1465"/>
                </a:cubicBezTo>
                <a:lnTo>
                  <a:pt x="710" y="7941"/>
                </a:lnTo>
                <a:cubicBezTo>
                  <a:pt x="577" y="7971"/>
                  <a:pt x="429" y="8045"/>
                  <a:pt x="326" y="8148"/>
                </a:cubicBezTo>
                <a:cubicBezTo>
                  <a:pt x="30" y="8444"/>
                  <a:pt x="30" y="8902"/>
                  <a:pt x="326" y="9198"/>
                </a:cubicBezTo>
                <a:cubicBezTo>
                  <a:pt x="466" y="9338"/>
                  <a:pt x="655" y="9409"/>
                  <a:pt x="843" y="9409"/>
                </a:cubicBezTo>
                <a:cubicBezTo>
                  <a:pt x="1032" y="9409"/>
                  <a:pt x="1220" y="9338"/>
                  <a:pt x="1361" y="9198"/>
                </a:cubicBezTo>
                <a:cubicBezTo>
                  <a:pt x="1657" y="8902"/>
                  <a:pt x="1657" y="8444"/>
                  <a:pt x="1361" y="8148"/>
                </a:cubicBezTo>
                <a:cubicBezTo>
                  <a:pt x="1243" y="8030"/>
                  <a:pt x="1095" y="7971"/>
                  <a:pt x="932" y="7941"/>
                </a:cubicBezTo>
                <a:lnTo>
                  <a:pt x="932" y="1465"/>
                </a:lnTo>
                <a:cubicBezTo>
                  <a:pt x="1080" y="1435"/>
                  <a:pt x="1213" y="1376"/>
                  <a:pt x="1331" y="1258"/>
                </a:cubicBezTo>
                <a:cubicBezTo>
                  <a:pt x="1612" y="977"/>
                  <a:pt x="1612" y="504"/>
                  <a:pt x="1331" y="208"/>
                </a:cubicBezTo>
                <a:cubicBezTo>
                  <a:pt x="1184" y="75"/>
                  <a:pt x="991" y="1"/>
                  <a:pt x="799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3"/>
          <p:cNvSpPr/>
          <p:nvPr/>
        </p:nvSpPr>
        <p:spPr>
          <a:xfrm rot="-5400000" flipH="1">
            <a:off x="8229750" y="-173961"/>
            <a:ext cx="335359" cy="902600"/>
          </a:xfrm>
          <a:custGeom>
            <a:avLst/>
            <a:gdLst/>
            <a:ahLst/>
            <a:cxnLst/>
            <a:rect l="l" t="t" r="r" b="b"/>
            <a:pathLst>
              <a:path w="5516" h="14846" extrusionOk="0">
                <a:moveTo>
                  <a:pt x="2839" y="0"/>
                </a:moveTo>
                <a:lnTo>
                  <a:pt x="0" y="2839"/>
                </a:lnTo>
                <a:lnTo>
                  <a:pt x="0" y="11889"/>
                </a:lnTo>
                <a:lnTo>
                  <a:pt x="0" y="11933"/>
                </a:lnTo>
                <a:lnTo>
                  <a:pt x="2470" y="14387"/>
                </a:lnTo>
                <a:cubicBezTo>
                  <a:pt x="2455" y="14417"/>
                  <a:pt x="2455" y="14447"/>
                  <a:pt x="2455" y="14476"/>
                </a:cubicBezTo>
                <a:cubicBezTo>
                  <a:pt x="2455" y="14683"/>
                  <a:pt x="2632" y="14846"/>
                  <a:pt x="2824" y="14846"/>
                </a:cubicBezTo>
                <a:cubicBezTo>
                  <a:pt x="3031" y="14846"/>
                  <a:pt x="3194" y="14683"/>
                  <a:pt x="3194" y="14476"/>
                </a:cubicBezTo>
                <a:cubicBezTo>
                  <a:pt x="3194" y="14269"/>
                  <a:pt x="3031" y="14106"/>
                  <a:pt x="2824" y="14106"/>
                </a:cubicBezTo>
                <a:cubicBezTo>
                  <a:pt x="2736" y="14106"/>
                  <a:pt x="2647" y="14136"/>
                  <a:pt x="2588" y="14195"/>
                </a:cubicBezTo>
                <a:lnTo>
                  <a:pt x="222" y="11844"/>
                </a:lnTo>
                <a:lnTo>
                  <a:pt x="222" y="2928"/>
                </a:lnTo>
                <a:lnTo>
                  <a:pt x="2839" y="311"/>
                </a:lnTo>
                <a:lnTo>
                  <a:pt x="5028" y="2499"/>
                </a:lnTo>
                <a:lnTo>
                  <a:pt x="5028" y="11652"/>
                </a:lnTo>
                <a:cubicBezTo>
                  <a:pt x="4880" y="11711"/>
                  <a:pt x="4776" y="11844"/>
                  <a:pt x="4776" y="12007"/>
                </a:cubicBezTo>
                <a:cubicBezTo>
                  <a:pt x="4776" y="12214"/>
                  <a:pt x="4939" y="12376"/>
                  <a:pt x="5146" y="12376"/>
                </a:cubicBezTo>
                <a:cubicBezTo>
                  <a:pt x="5353" y="12376"/>
                  <a:pt x="5515" y="12214"/>
                  <a:pt x="5515" y="12007"/>
                </a:cubicBezTo>
                <a:cubicBezTo>
                  <a:pt x="5515" y="11829"/>
                  <a:pt x="5397" y="11682"/>
                  <a:pt x="5249" y="11652"/>
                </a:cubicBezTo>
                <a:lnTo>
                  <a:pt x="5249" y="2455"/>
                </a:lnTo>
                <a:lnTo>
                  <a:pt x="5249" y="2396"/>
                </a:lnTo>
                <a:lnTo>
                  <a:pt x="2839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3"/>
          <p:cNvSpPr/>
          <p:nvPr/>
        </p:nvSpPr>
        <p:spPr>
          <a:xfrm rot="-5400000" flipH="1">
            <a:off x="8296837" y="-15434"/>
            <a:ext cx="100741" cy="571983"/>
          </a:xfrm>
          <a:custGeom>
            <a:avLst/>
            <a:gdLst/>
            <a:ahLst/>
            <a:cxnLst/>
            <a:rect l="l" t="t" r="r" b="b"/>
            <a:pathLst>
              <a:path w="1657" h="9408" extrusionOk="0">
                <a:moveTo>
                  <a:pt x="814" y="0"/>
                </a:moveTo>
                <a:cubicBezTo>
                  <a:pt x="622" y="0"/>
                  <a:pt x="430" y="74"/>
                  <a:pt x="297" y="207"/>
                </a:cubicBezTo>
                <a:cubicBezTo>
                  <a:pt x="1" y="503"/>
                  <a:pt x="1" y="976"/>
                  <a:pt x="297" y="1257"/>
                </a:cubicBezTo>
                <a:cubicBezTo>
                  <a:pt x="415" y="1375"/>
                  <a:pt x="563" y="1449"/>
                  <a:pt x="711" y="1464"/>
                </a:cubicBezTo>
                <a:lnTo>
                  <a:pt x="711" y="7955"/>
                </a:lnTo>
                <a:cubicBezTo>
                  <a:pt x="578" y="7970"/>
                  <a:pt x="430" y="8044"/>
                  <a:pt x="326" y="8147"/>
                </a:cubicBezTo>
                <a:cubicBezTo>
                  <a:pt x="45" y="8443"/>
                  <a:pt x="45" y="8901"/>
                  <a:pt x="326" y="9197"/>
                </a:cubicBezTo>
                <a:cubicBezTo>
                  <a:pt x="467" y="9338"/>
                  <a:pt x="655" y="9408"/>
                  <a:pt x="846" y="9408"/>
                </a:cubicBezTo>
                <a:cubicBezTo>
                  <a:pt x="1036" y="9408"/>
                  <a:pt x="1228" y="9338"/>
                  <a:pt x="1376" y="9197"/>
                </a:cubicBezTo>
                <a:cubicBezTo>
                  <a:pt x="1657" y="8901"/>
                  <a:pt x="1657" y="8443"/>
                  <a:pt x="1376" y="8147"/>
                </a:cubicBezTo>
                <a:cubicBezTo>
                  <a:pt x="1243" y="8029"/>
                  <a:pt x="1095" y="7970"/>
                  <a:pt x="932" y="7940"/>
                </a:cubicBezTo>
                <a:lnTo>
                  <a:pt x="932" y="1464"/>
                </a:lnTo>
                <a:cubicBezTo>
                  <a:pt x="1080" y="1434"/>
                  <a:pt x="1228" y="1375"/>
                  <a:pt x="1332" y="1257"/>
                </a:cubicBezTo>
                <a:cubicBezTo>
                  <a:pt x="1627" y="976"/>
                  <a:pt x="1627" y="503"/>
                  <a:pt x="1332" y="207"/>
                </a:cubicBezTo>
                <a:cubicBezTo>
                  <a:pt x="1184" y="74"/>
                  <a:pt x="1006" y="0"/>
                  <a:pt x="814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3"/>
          <p:cNvSpPr/>
          <p:nvPr/>
        </p:nvSpPr>
        <p:spPr>
          <a:xfrm flipH="1">
            <a:off x="8977263" y="109661"/>
            <a:ext cx="335359" cy="901749"/>
          </a:xfrm>
          <a:custGeom>
            <a:avLst/>
            <a:gdLst/>
            <a:ahLst/>
            <a:cxnLst/>
            <a:rect l="l" t="t" r="r" b="b"/>
            <a:pathLst>
              <a:path w="5516" h="14832" extrusionOk="0">
                <a:moveTo>
                  <a:pt x="2676" y="1"/>
                </a:moveTo>
                <a:cubicBezTo>
                  <a:pt x="2484" y="1"/>
                  <a:pt x="2307" y="164"/>
                  <a:pt x="2307" y="371"/>
                </a:cubicBezTo>
                <a:cubicBezTo>
                  <a:pt x="2307" y="563"/>
                  <a:pt x="2484" y="740"/>
                  <a:pt x="2676" y="740"/>
                </a:cubicBezTo>
                <a:cubicBezTo>
                  <a:pt x="2780" y="740"/>
                  <a:pt x="2869" y="696"/>
                  <a:pt x="2928" y="637"/>
                </a:cubicBezTo>
                <a:lnTo>
                  <a:pt x="5294" y="3003"/>
                </a:lnTo>
                <a:lnTo>
                  <a:pt x="5294" y="11904"/>
                </a:lnTo>
                <a:lnTo>
                  <a:pt x="2676" y="14521"/>
                </a:lnTo>
                <a:lnTo>
                  <a:pt x="488" y="12347"/>
                </a:lnTo>
                <a:lnTo>
                  <a:pt x="488" y="3180"/>
                </a:lnTo>
                <a:cubicBezTo>
                  <a:pt x="636" y="3136"/>
                  <a:pt x="739" y="3003"/>
                  <a:pt x="739" y="2840"/>
                </a:cubicBezTo>
                <a:cubicBezTo>
                  <a:pt x="739" y="2633"/>
                  <a:pt x="562" y="2470"/>
                  <a:pt x="370" y="2470"/>
                </a:cubicBezTo>
                <a:cubicBezTo>
                  <a:pt x="163" y="2470"/>
                  <a:pt x="0" y="2633"/>
                  <a:pt x="0" y="2840"/>
                </a:cubicBezTo>
                <a:cubicBezTo>
                  <a:pt x="0" y="3003"/>
                  <a:pt x="104" y="3150"/>
                  <a:pt x="266" y="3195"/>
                </a:cubicBezTo>
                <a:lnTo>
                  <a:pt x="266" y="12392"/>
                </a:lnTo>
                <a:lnTo>
                  <a:pt x="266" y="12436"/>
                </a:lnTo>
                <a:lnTo>
                  <a:pt x="2676" y="14832"/>
                </a:lnTo>
                <a:lnTo>
                  <a:pt x="5515" y="11993"/>
                </a:lnTo>
                <a:lnTo>
                  <a:pt x="5515" y="2958"/>
                </a:lnTo>
                <a:lnTo>
                  <a:pt x="5515" y="2899"/>
                </a:lnTo>
                <a:lnTo>
                  <a:pt x="3046" y="445"/>
                </a:lnTo>
                <a:cubicBezTo>
                  <a:pt x="3046" y="415"/>
                  <a:pt x="3046" y="385"/>
                  <a:pt x="3046" y="371"/>
                </a:cubicBezTo>
                <a:cubicBezTo>
                  <a:pt x="3046" y="164"/>
                  <a:pt x="2883" y="1"/>
                  <a:pt x="2676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3"/>
          <p:cNvSpPr/>
          <p:nvPr/>
        </p:nvSpPr>
        <p:spPr>
          <a:xfrm flipH="1">
            <a:off x="8970547" y="1011401"/>
            <a:ext cx="335359" cy="902600"/>
          </a:xfrm>
          <a:custGeom>
            <a:avLst/>
            <a:gdLst/>
            <a:ahLst/>
            <a:cxnLst/>
            <a:rect l="l" t="t" r="r" b="b"/>
            <a:pathLst>
              <a:path w="5516" h="14846" extrusionOk="0">
                <a:moveTo>
                  <a:pt x="2839" y="0"/>
                </a:moveTo>
                <a:lnTo>
                  <a:pt x="0" y="2839"/>
                </a:lnTo>
                <a:lnTo>
                  <a:pt x="0" y="11889"/>
                </a:lnTo>
                <a:lnTo>
                  <a:pt x="0" y="11933"/>
                </a:lnTo>
                <a:lnTo>
                  <a:pt x="2470" y="14387"/>
                </a:lnTo>
                <a:cubicBezTo>
                  <a:pt x="2455" y="14417"/>
                  <a:pt x="2455" y="14447"/>
                  <a:pt x="2455" y="14476"/>
                </a:cubicBezTo>
                <a:cubicBezTo>
                  <a:pt x="2455" y="14683"/>
                  <a:pt x="2632" y="14846"/>
                  <a:pt x="2824" y="14846"/>
                </a:cubicBezTo>
                <a:cubicBezTo>
                  <a:pt x="3031" y="14846"/>
                  <a:pt x="3194" y="14683"/>
                  <a:pt x="3194" y="14476"/>
                </a:cubicBezTo>
                <a:cubicBezTo>
                  <a:pt x="3194" y="14269"/>
                  <a:pt x="3031" y="14106"/>
                  <a:pt x="2824" y="14106"/>
                </a:cubicBezTo>
                <a:cubicBezTo>
                  <a:pt x="2736" y="14106"/>
                  <a:pt x="2647" y="14136"/>
                  <a:pt x="2588" y="14195"/>
                </a:cubicBezTo>
                <a:lnTo>
                  <a:pt x="222" y="11844"/>
                </a:lnTo>
                <a:lnTo>
                  <a:pt x="222" y="2928"/>
                </a:lnTo>
                <a:lnTo>
                  <a:pt x="2839" y="311"/>
                </a:lnTo>
                <a:lnTo>
                  <a:pt x="5028" y="2499"/>
                </a:lnTo>
                <a:lnTo>
                  <a:pt x="5028" y="11652"/>
                </a:lnTo>
                <a:cubicBezTo>
                  <a:pt x="4880" y="11711"/>
                  <a:pt x="4776" y="11844"/>
                  <a:pt x="4776" y="12007"/>
                </a:cubicBezTo>
                <a:cubicBezTo>
                  <a:pt x="4776" y="12214"/>
                  <a:pt x="4939" y="12376"/>
                  <a:pt x="5146" y="12376"/>
                </a:cubicBezTo>
                <a:cubicBezTo>
                  <a:pt x="5353" y="12376"/>
                  <a:pt x="5515" y="12214"/>
                  <a:pt x="5515" y="12007"/>
                </a:cubicBezTo>
                <a:cubicBezTo>
                  <a:pt x="5515" y="11829"/>
                  <a:pt x="5397" y="11682"/>
                  <a:pt x="5249" y="11652"/>
                </a:cubicBezTo>
                <a:lnTo>
                  <a:pt x="5249" y="2455"/>
                </a:lnTo>
                <a:lnTo>
                  <a:pt x="5249" y="2396"/>
                </a:lnTo>
                <a:lnTo>
                  <a:pt x="2839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3"/>
          <p:cNvSpPr/>
          <p:nvPr/>
        </p:nvSpPr>
        <p:spPr>
          <a:xfrm flipH="1">
            <a:off x="9094637" y="1126488"/>
            <a:ext cx="100741" cy="571983"/>
          </a:xfrm>
          <a:custGeom>
            <a:avLst/>
            <a:gdLst/>
            <a:ahLst/>
            <a:cxnLst/>
            <a:rect l="l" t="t" r="r" b="b"/>
            <a:pathLst>
              <a:path w="1657" h="9408" extrusionOk="0">
                <a:moveTo>
                  <a:pt x="814" y="0"/>
                </a:moveTo>
                <a:cubicBezTo>
                  <a:pt x="622" y="0"/>
                  <a:pt x="430" y="74"/>
                  <a:pt x="297" y="207"/>
                </a:cubicBezTo>
                <a:cubicBezTo>
                  <a:pt x="1" y="503"/>
                  <a:pt x="1" y="976"/>
                  <a:pt x="297" y="1257"/>
                </a:cubicBezTo>
                <a:cubicBezTo>
                  <a:pt x="415" y="1375"/>
                  <a:pt x="563" y="1449"/>
                  <a:pt x="711" y="1464"/>
                </a:cubicBezTo>
                <a:lnTo>
                  <a:pt x="711" y="7955"/>
                </a:lnTo>
                <a:cubicBezTo>
                  <a:pt x="578" y="7970"/>
                  <a:pt x="430" y="8044"/>
                  <a:pt x="326" y="8147"/>
                </a:cubicBezTo>
                <a:cubicBezTo>
                  <a:pt x="45" y="8443"/>
                  <a:pt x="45" y="8901"/>
                  <a:pt x="326" y="9197"/>
                </a:cubicBezTo>
                <a:cubicBezTo>
                  <a:pt x="467" y="9338"/>
                  <a:pt x="655" y="9408"/>
                  <a:pt x="846" y="9408"/>
                </a:cubicBezTo>
                <a:cubicBezTo>
                  <a:pt x="1036" y="9408"/>
                  <a:pt x="1228" y="9338"/>
                  <a:pt x="1376" y="9197"/>
                </a:cubicBezTo>
                <a:cubicBezTo>
                  <a:pt x="1657" y="8901"/>
                  <a:pt x="1657" y="8443"/>
                  <a:pt x="1376" y="8147"/>
                </a:cubicBezTo>
                <a:cubicBezTo>
                  <a:pt x="1243" y="8029"/>
                  <a:pt x="1095" y="7970"/>
                  <a:pt x="932" y="7940"/>
                </a:cubicBezTo>
                <a:lnTo>
                  <a:pt x="932" y="1464"/>
                </a:lnTo>
                <a:cubicBezTo>
                  <a:pt x="1080" y="1434"/>
                  <a:pt x="1228" y="1375"/>
                  <a:pt x="1332" y="1257"/>
                </a:cubicBezTo>
                <a:cubicBezTo>
                  <a:pt x="1627" y="976"/>
                  <a:pt x="1627" y="503"/>
                  <a:pt x="1332" y="207"/>
                </a:cubicBezTo>
                <a:cubicBezTo>
                  <a:pt x="1184" y="74"/>
                  <a:pt x="1006" y="0"/>
                  <a:pt x="814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3"/>
          <p:cNvSpPr/>
          <p:nvPr/>
        </p:nvSpPr>
        <p:spPr>
          <a:xfrm rot="10800000">
            <a:off x="9032937" y="1317128"/>
            <a:ext cx="452268" cy="441242"/>
          </a:xfrm>
          <a:custGeom>
            <a:avLst/>
            <a:gdLst/>
            <a:ahLst/>
            <a:cxnLst/>
            <a:rect l="l" t="t" r="r" b="b"/>
            <a:pathLst>
              <a:path w="6522" h="6363" extrusionOk="0">
                <a:moveTo>
                  <a:pt x="5782" y="1"/>
                </a:moveTo>
                <a:cubicBezTo>
                  <a:pt x="5590" y="1"/>
                  <a:pt x="5413" y="75"/>
                  <a:pt x="5279" y="208"/>
                </a:cubicBezTo>
                <a:cubicBezTo>
                  <a:pt x="5132" y="341"/>
                  <a:pt x="5043" y="518"/>
                  <a:pt x="5043" y="711"/>
                </a:cubicBezTo>
                <a:cubicBezTo>
                  <a:pt x="5028" y="873"/>
                  <a:pt x="5072" y="1021"/>
                  <a:pt x="5161" y="1139"/>
                </a:cubicBezTo>
                <a:lnTo>
                  <a:pt x="1258" y="5043"/>
                </a:lnTo>
                <a:cubicBezTo>
                  <a:pt x="1121" y="4940"/>
                  <a:pt x="959" y="4888"/>
                  <a:pt x="798" y="4888"/>
                </a:cubicBezTo>
                <a:cubicBezTo>
                  <a:pt x="611" y="4888"/>
                  <a:pt x="425" y="4959"/>
                  <a:pt x="282" y="5102"/>
                </a:cubicBezTo>
                <a:cubicBezTo>
                  <a:pt x="1" y="5398"/>
                  <a:pt x="1" y="5871"/>
                  <a:pt x="282" y="6152"/>
                </a:cubicBezTo>
                <a:cubicBezTo>
                  <a:pt x="430" y="6292"/>
                  <a:pt x="618" y="6363"/>
                  <a:pt x="807" y="6363"/>
                </a:cubicBezTo>
                <a:cubicBezTo>
                  <a:pt x="995" y="6363"/>
                  <a:pt x="1184" y="6292"/>
                  <a:pt x="1332" y="6152"/>
                </a:cubicBezTo>
                <a:cubicBezTo>
                  <a:pt x="1583" y="5900"/>
                  <a:pt x="1613" y="5486"/>
                  <a:pt x="1406" y="5206"/>
                </a:cubicBezTo>
                <a:lnTo>
                  <a:pt x="5309" y="1302"/>
                </a:lnTo>
                <a:cubicBezTo>
                  <a:pt x="5427" y="1405"/>
                  <a:pt x="5575" y="1479"/>
                  <a:pt x="5753" y="1479"/>
                </a:cubicBezTo>
                <a:cubicBezTo>
                  <a:pt x="5769" y="1481"/>
                  <a:pt x="5785" y="1481"/>
                  <a:pt x="5801" y="1481"/>
                </a:cubicBezTo>
                <a:cubicBezTo>
                  <a:pt x="5977" y="1481"/>
                  <a:pt x="6150" y="1409"/>
                  <a:pt x="6285" y="1287"/>
                </a:cubicBezTo>
                <a:cubicBezTo>
                  <a:pt x="6418" y="1154"/>
                  <a:pt x="6507" y="977"/>
                  <a:pt x="6522" y="770"/>
                </a:cubicBezTo>
                <a:cubicBezTo>
                  <a:pt x="6522" y="577"/>
                  <a:pt x="6448" y="385"/>
                  <a:pt x="6315" y="237"/>
                </a:cubicBezTo>
                <a:cubicBezTo>
                  <a:pt x="6315" y="237"/>
                  <a:pt x="6300" y="223"/>
                  <a:pt x="6300" y="223"/>
                </a:cubicBezTo>
                <a:cubicBezTo>
                  <a:pt x="6167" y="89"/>
                  <a:pt x="5989" y="16"/>
                  <a:pt x="5812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3"/>
          <p:cNvSpPr/>
          <p:nvPr/>
        </p:nvSpPr>
        <p:spPr>
          <a:xfrm rot="-8100000" flipH="1">
            <a:off x="-961065" y="2268543"/>
            <a:ext cx="2270858" cy="1998728"/>
          </a:xfrm>
          <a:custGeom>
            <a:avLst/>
            <a:gdLst/>
            <a:ahLst/>
            <a:cxnLst/>
            <a:rect l="l" t="t" r="r" b="b"/>
            <a:pathLst>
              <a:path w="32945" h="28997" extrusionOk="0">
                <a:moveTo>
                  <a:pt x="32131" y="1"/>
                </a:moveTo>
                <a:cubicBezTo>
                  <a:pt x="31954" y="1"/>
                  <a:pt x="31762" y="75"/>
                  <a:pt x="31614" y="208"/>
                </a:cubicBezTo>
                <a:cubicBezTo>
                  <a:pt x="31496" y="326"/>
                  <a:pt x="31436" y="474"/>
                  <a:pt x="31407" y="622"/>
                </a:cubicBezTo>
                <a:lnTo>
                  <a:pt x="27001" y="622"/>
                </a:lnTo>
                <a:lnTo>
                  <a:pt x="21796" y="5841"/>
                </a:lnTo>
                <a:lnTo>
                  <a:pt x="21796" y="11105"/>
                </a:lnTo>
                <a:lnTo>
                  <a:pt x="14196" y="18705"/>
                </a:lnTo>
                <a:lnTo>
                  <a:pt x="8961" y="18705"/>
                </a:lnTo>
                <a:lnTo>
                  <a:pt x="4304" y="23363"/>
                </a:lnTo>
                <a:cubicBezTo>
                  <a:pt x="4171" y="23259"/>
                  <a:pt x="4008" y="23215"/>
                  <a:pt x="3845" y="23215"/>
                </a:cubicBezTo>
                <a:cubicBezTo>
                  <a:pt x="3638" y="23230"/>
                  <a:pt x="3461" y="23304"/>
                  <a:pt x="3328" y="23452"/>
                </a:cubicBezTo>
                <a:cubicBezTo>
                  <a:pt x="3195" y="23600"/>
                  <a:pt x="3121" y="23792"/>
                  <a:pt x="3136" y="23984"/>
                </a:cubicBezTo>
                <a:cubicBezTo>
                  <a:pt x="3136" y="24176"/>
                  <a:pt x="3210" y="24339"/>
                  <a:pt x="3343" y="24472"/>
                </a:cubicBezTo>
                <a:cubicBezTo>
                  <a:pt x="3357" y="24487"/>
                  <a:pt x="3357" y="24487"/>
                  <a:pt x="3372" y="24502"/>
                </a:cubicBezTo>
                <a:cubicBezTo>
                  <a:pt x="3505" y="24635"/>
                  <a:pt x="3697" y="24694"/>
                  <a:pt x="3890" y="24694"/>
                </a:cubicBezTo>
                <a:cubicBezTo>
                  <a:pt x="3964" y="24694"/>
                  <a:pt x="4038" y="24664"/>
                  <a:pt x="4111" y="24649"/>
                </a:cubicBezTo>
                <a:lnTo>
                  <a:pt x="4111" y="24649"/>
                </a:lnTo>
                <a:lnTo>
                  <a:pt x="1125" y="27621"/>
                </a:lnTo>
                <a:cubicBezTo>
                  <a:pt x="1006" y="27547"/>
                  <a:pt x="859" y="27518"/>
                  <a:pt x="711" y="27518"/>
                </a:cubicBezTo>
                <a:cubicBezTo>
                  <a:pt x="518" y="27518"/>
                  <a:pt x="341" y="27607"/>
                  <a:pt x="208" y="27754"/>
                </a:cubicBezTo>
                <a:cubicBezTo>
                  <a:pt x="60" y="27902"/>
                  <a:pt x="1" y="28080"/>
                  <a:pt x="1" y="28287"/>
                </a:cubicBezTo>
                <a:cubicBezTo>
                  <a:pt x="16" y="28479"/>
                  <a:pt x="90" y="28642"/>
                  <a:pt x="223" y="28775"/>
                </a:cubicBezTo>
                <a:cubicBezTo>
                  <a:pt x="223" y="28790"/>
                  <a:pt x="237" y="28790"/>
                  <a:pt x="237" y="28804"/>
                </a:cubicBezTo>
                <a:cubicBezTo>
                  <a:pt x="385" y="28937"/>
                  <a:pt x="578" y="28997"/>
                  <a:pt x="770" y="28997"/>
                </a:cubicBezTo>
                <a:cubicBezTo>
                  <a:pt x="962" y="28982"/>
                  <a:pt x="1154" y="28908"/>
                  <a:pt x="1287" y="28760"/>
                </a:cubicBezTo>
                <a:cubicBezTo>
                  <a:pt x="1420" y="28612"/>
                  <a:pt x="1494" y="28420"/>
                  <a:pt x="1480" y="28228"/>
                </a:cubicBezTo>
                <a:cubicBezTo>
                  <a:pt x="1480" y="28050"/>
                  <a:pt x="1406" y="27902"/>
                  <a:pt x="1302" y="27769"/>
                </a:cubicBezTo>
                <a:lnTo>
                  <a:pt x="4259" y="24812"/>
                </a:lnTo>
                <a:cubicBezTo>
                  <a:pt x="4392" y="24945"/>
                  <a:pt x="4585" y="25004"/>
                  <a:pt x="4762" y="25004"/>
                </a:cubicBezTo>
                <a:cubicBezTo>
                  <a:pt x="4969" y="24989"/>
                  <a:pt x="5147" y="24901"/>
                  <a:pt x="5280" y="24768"/>
                </a:cubicBezTo>
                <a:cubicBezTo>
                  <a:pt x="5413" y="24620"/>
                  <a:pt x="5487" y="24428"/>
                  <a:pt x="5472" y="24235"/>
                </a:cubicBezTo>
                <a:cubicBezTo>
                  <a:pt x="5472" y="24206"/>
                  <a:pt x="5472" y="24176"/>
                  <a:pt x="5457" y="24132"/>
                </a:cubicBezTo>
                <a:lnTo>
                  <a:pt x="5457" y="24132"/>
                </a:lnTo>
                <a:cubicBezTo>
                  <a:pt x="5487" y="24191"/>
                  <a:pt x="5531" y="24235"/>
                  <a:pt x="5561" y="24265"/>
                </a:cubicBezTo>
                <a:cubicBezTo>
                  <a:pt x="5575" y="24280"/>
                  <a:pt x="5575" y="24280"/>
                  <a:pt x="5590" y="24295"/>
                </a:cubicBezTo>
                <a:cubicBezTo>
                  <a:pt x="5725" y="24416"/>
                  <a:pt x="5886" y="24489"/>
                  <a:pt x="6071" y="24489"/>
                </a:cubicBezTo>
                <a:cubicBezTo>
                  <a:pt x="6088" y="24489"/>
                  <a:pt x="6105" y="24488"/>
                  <a:pt x="6122" y="24487"/>
                </a:cubicBezTo>
                <a:cubicBezTo>
                  <a:pt x="6315" y="24472"/>
                  <a:pt x="6492" y="24398"/>
                  <a:pt x="6625" y="24250"/>
                </a:cubicBezTo>
                <a:cubicBezTo>
                  <a:pt x="6729" y="24147"/>
                  <a:pt x="6788" y="24028"/>
                  <a:pt x="6817" y="23895"/>
                </a:cubicBezTo>
                <a:lnTo>
                  <a:pt x="11712" y="23895"/>
                </a:lnTo>
                <a:lnTo>
                  <a:pt x="12436" y="23171"/>
                </a:lnTo>
                <a:lnTo>
                  <a:pt x="12436" y="21382"/>
                </a:lnTo>
                <a:cubicBezTo>
                  <a:pt x="12584" y="21352"/>
                  <a:pt x="12717" y="21278"/>
                  <a:pt x="12821" y="21160"/>
                </a:cubicBezTo>
                <a:cubicBezTo>
                  <a:pt x="12954" y="21027"/>
                  <a:pt x="13028" y="20835"/>
                  <a:pt x="13013" y="20642"/>
                </a:cubicBezTo>
                <a:cubicBezTo>
                  <a:pt x="12998" y="20435"/>
                  <a:pt x="12909" y="20258"/>
                  <a:pt x="12776" y="20125"/>
                </a:cubicBezTo>
                <a:cubicBezTo>
                  <a:pt x="12641" y="20003"/>
                  <a:pt x="12468" y="19931"/>
                  <a:pt x="12293" y="19931"/>
                </a:cubicBezTo>
                <a:cubicBezTo>
                  <a:pt x="12276" y="19931"/>
                  <a:pt x="12260" y="19931"/>
                  <a:pt x="12244" y="19933"/>
                </a:cubicBezTo>
                <a:cubicBezTo>
                  <a:pt x="12052" y="19933"/>
                  <a:pt x="11859" y="20021"/>
                  <a:pt x="11726" y="20169"/>
                </a:cubicBezTo>
                <a:cubicBezTo>
                  <a:pt x="11593" y="20302"/>
                  <a:pt x="11534" y="20494"/>
                  <a:pt x="11534" y="20687"/>
                </a:cubicBezTo>
                <a:cubicBezTo>
                  <a:pt x="11549" y="20879"/>
                  <a:pt x="11623" y="21056"/>
                  <a:pt x="11756" y="21189"/>
                </a:cubicBezTo>
                <a:cubicBezTo>
                  <a:pt x="11756" y="21189"/>
                  <a:pt x="11771" y="21204"/>
                  <a:pt x="11771" y="21204"/>
                </a:cubicBezTo>
                <a:cubicBezTo>
                  <a:pt x="11904" y="21322"/>
                  <a:pt x="12052" y="21382"/>
                  <a:pt x="12214" y="21396"/>
                </a:cubicBezTo>
                <a:lnTo>
                  <a:pt x="12214" y="23082"/>
                </a:lnTo>
                <a:lnTo>
                  <a:pt x="11623" y="23673"/>
                </a:lnTo>
                <a:lnTo>
                  <a:pt x="6817" y="23673"/>
                </a:lnTo>
                <a:cubicBezTo>
                  <a:pt x="6803" y="23496"/>
                  <a:pt x="6729" y="23333"/>
                  <a:pt x="6596" y="23200"/>
                </a:cubicBezTo>
                <a:cubicBezTo>
                  <a:pt x="6448" y="23067"/>
                  <a:pt x="6255" y="23008"/>
                  <a:pt x="6063" y="23008"/>
                </a:cubicBezTo>
                <a:cubicBezTo>
                  <a:pt x="5856" y="23023"/>
                  <a:pt x="5679" y="23097"/>
                  <a:pt x="5546" y="23245"/>
                </a:cubicBezTo>
                <a:cubicBezTo>
                  <a:pt x="5413" y="23393"/>
                  <a:pt x="5339" y="23585"/>
                  <a:pt x="5354" y="23777"/>
                </a:cubicBezTo>
                <a:cubicBezTo>
                  <a:pt x="5354" y="23807"/>
                  <a:pt x="5354" y="23836"/>
                  <a:pt x="5368" y="23866"/>
                </a:cubicBezTo>
                <a:cubicBezTo>
                  <a:pt x="5324" y="23821"/>
                  <a:pt x="5294" y="23762"/>
                  <a:pt x="5235" y="23718"/>
                </a:cubicBezTo>
                <a:cubicBezTo>
                  <a:pt x="5113" y="23596"/>
                  <a:pt x="4942" y="23524"/>
                  <a:pt x="4755" y="23524"/>
                </a:cubicBezTo>
                <a:cubicBezTo>
                  <a:pt x="4738" y="23524"/>
                  <a:pt x="4720" y="23524"/>
                  <a:pt x="4703" y="23526"/>
                </a:cubicBezTo>
                <a:cubicBezTo>
                  <a:pt x="4629" y="23526"/>
                  <a:pt x="4570" y="23540"/>
                  <a:pt x="4496" y="23570"/>
                </a:cubicBezTo>
                <a:cubicBezTo>
                  <a:pt x="4481" y="23555"/>
                  <a:pt x="4466" y="23526"/>
                  <a:pt x="4452" y="23511"/>
                </a:cubicBezTo>
                <a:lnTo>
                  <a:pt x="9050" y="18927"/>
                </a:lnTo>
                <a:lnTo>
                  <a:pt x="14284" y="18927"/>
                </a:lnTo>
                <a:lnTo>
                  <a:pt x="22018" y="11194"/>
                </a:lnTo>
                <a:lnTo>
                  <a:pt x="22018" y="5930"/>
                </a:lnTo>
                <a:lnTo>
                  <a:pt x="27104" y="844"/>
                </a:lnTo>
                <a:lnTo>
                  <a:pt x="31407" y="844"/>
                </a:lnTo>
                <a:cubicBezTo>
                  <a:pt x="31436" y="991"/>
                  <a:pt x="31496" y="1139"/>
                  <a:pt x="31614" y="1258"/>
                </a:cubicBezTo>
                <a:cubicBezTo>
                  <a:pt x="31762" y="1405"/>
                  <a:pt x="31950" y="1479"/>
                  <a:pt x="32139" y="1479"/>
                </a:cubicBezTo>
                <a:cubicBezTo>
                  <a:pt x="32327" y="1479"/>
                  <a:pt x="32516" y="1405"/>
                  <a:pt x="32664" y="1258"/>
                </a:cubicBezTo>
                <a:cubicBezTo>
                  <a:pt x="32945" y="977"/>
                  <a:pt x="32945" y="504"/>
                  <a:pt x="32664" y="208"/>
                </a:cubicBezTo>
                <a:cubicBezTo>
                  <a:pt x="32516" y="75"/>
                  <a:pt x="32324" y="1"/>
                  <a:pt x="32131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3"/>
          <p:cNvSpPr/>
          <p:nvPr/>
        </p:nvSpPr>
        <p:spPr>
          <a:xfrm rot="-8100000" flipH="1">
            <a:off x="-880424" y="2391847"/>
            <a:ext cx="2363567" cy="2049666"/>
          </a:xfrm>
          <a:custGeom>
            <a:avLst/>
            <a:gdLst/>
            <a:ahLst/>
            <a:cxnLst/>
            <a:rect l="l" t="t" r="r" b="b"/>
            <a:pathLst>
              <a:path w="34290" h="29736" extrusionOk="0">
                <a:moveTo>
                  <a:pt x="33477" y="0"/>
                </a:moveTo>
                <a:cubicBezTo>
                  <a:pt x="33285" y="0"/>
                  <a:pt x="33107" y="59"/>
                  <a:pt x="32959" y="207"/>
                </a:cubicBezTo>
                <a:cubicBezTo>
                  <a:pt x="32708" y="458"/>
                  <a:pt x="32678" y="843"/>
                  <a:pt x="32856" y="1124"/>
                </a:cubicBezTo>
                <a:lnTo>
                  <a:pt x="28908" y="5072"/>
                </a:lnTo>
                <a:lnTo>
                  <a:pt x="24073" y="5072"/>
                </a:lnTo>
                <a:lnTo>
                  <a:pt x="21160" y="7999"/>
                </a:lnTo>
                <a:lnTo>
                  <a:pt x="21160" y="10779"/>
                </a:lnTo>
                <a:lnTo>
                  <a:pt x="18277" y="13722"/>
                </a:lnTo>
                <a:lnTo>
                  <a:pt x="13471" y="18542"/>
                </a:lnTo>
                <a:lnTo>
                  <a:pt x="13471" y="23865"/>
                </a:lnTo>
                <a:lnTo>
                  <a:pt x="11046" y="26290"/>
                </a:lnTo>
                <a:lnTo>
                  <a:pt x="3298" y="26290"/>
                </a:lnTo>
                <a:lnTo>
                  <a:pt x="1184" y="28404"/>
                </a:lnTo>
                <a:cubicBezTo>
                  <a:pt x="1064" y="28311"/>
                  <a:pt x="921" y="28254"/>
                  <a:pt x="775" y="28254"/>
                </a:cubicBezTo>
                <a:cubicBezTo>
                  <a:pt x="759" y="28254"/>
                  <a:pt x="742" y="28255"/>
                  <a:pt x="725" y="28257"/>
                </a:cubicBezTo>
                <a:cubicBezTo>
                  <a:pt x="518" y="28257"/>
                  <a:pt x="341" y="28345"/>
                  <a:pt x="208" y="28493"/>
                </a:cubicBezTo>
                <a:cubicBezTo>
                  <a:pt x="75" y="28641"/>
                  <a:pt x="1" y="28818"/>
                  <a:pt x="16" y="29025"/>
                </a:cubicBezTo>
                <a:cubicBezTo>
                  <a:pt x="16" y="29203"/>
                  <a:pt x="90" y="29380"/>
                  <a:pt x="223" y="29513"/>
                </a:cubicBezTo>
                <a:cubicBezTo>
                  <a:pt x="237" y="29513"/>
                  <a:pt x="237" y="29528"/>
                  <a:pt x="252" y="29528"/>
                </a:cubicBezTo>
                <a:cubicBezTo>
                  <a:pt x="385" y="29661"/>
                  <a:pt x="577" y="29735"/>
                  <a:pt x="770" y="29735"/>
                </a:cubicBezTo>
                <a:cubicBezTo>
                  <a:pt x="977" y="29720"/>
                  <a:pt x="1154" y="29632"/>
                  <a:pt x="1287" y="29499"/>
                </a:cubicBezTo>
                <a:cubicBezTo>
                  <a:pt x="1420" y="29351"/>
                  <a:pt x="1494" y="29158"/>
                  <a:pt x="1479" y="28966"/>
                </a:cubicBezTo>
                <a:cubicBezTo>
                  <a:pt x="1479" y="28818"/>
                  <a:pt x="1435" y="28671"/>
                  <a:pt x="1346" y="28552"/>
                </a:cubicBezTo>
                <a:lnTo>
                  <a:pt x="3387" y="26512"/>
                </a:lnTo>
                <a:lnTo>
                  <a:pt x="11135" y="26512"/>
                </a:lnTo>
                <a:lnTo>
                  <a:pt x="13678" y="23954"/>
                </a:lnTo>
                <a:lnTo>
                  <a:pt x="13678" y="18631"/>
                </a:lnTo>
                <a:lnTo>
                  <a:pt x="18424" y="13884"/>
                </a:lnTo>
                <a:lnTo>
                  <a:pt x="21352" y="10912"/>
                </a:lnTo>
                <a:lnTo>
                  <a:pt x="21382" y="10883"/>
                </a:lnTo>
                <a:lnTo>
                  <a:pt x="21382" y="8088"/>
                </a:lnTo>
                <a:lnTo>
                  <a:pt x="24161" y="5294"/>
                </a:lnTo>
                <a:lnTo>
                  <a:pt x="28997" y="5294"/>
                </a:lnTo>
                <a:lnTo>
                  <a:pt x="33004" y="1301"/>
                </a:lnTo>
                <a:cubicBezTo>
                  <a:pt x="33143" y="1413"/>
                  <a:pt x="33311" y="1468"/>
                  <a:pt x="33479" y="1468"/>
                </a:cubicBezTo>
                <a:cubicBezTo>
                  <a:pt x="33667" y="1468"/>
                  <a:pt x="33853" y="1398"/>
                  <a:pt x="33994" y="1257"/>
                </a:cubicBezTo>
                <a:cubicBezTo>
                  <a:pt x="34290" y="961"/>
                  <a:pt x="34290" y="503"/>
                  <a:pt x="33994" y="207"/>
                </a:cubicBezTo>
                <a:cubicBezTo>
                  <a:pt x="33861" y="59"/>
                  <a:pt x="33669" y="0"/>
                  <a:pt x="33477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3"/>
          <p:cNvSpPr/>
          <p:nvPr/>
        </p:nvSpPr>
        <p:spPr>
          <a:xfrm flipH="1">
            <a:off x="-782263" y="3366975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3"/>
          <p:cNvSpPr/>
          <p:nvPr/>
        </p:nvSpPr>
        <p:spPr>
          <a:xfrm flipH="1">
            <a:off x="8307550" y="-673375"/>
            <a:ext cx="2141400" cy="21414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/>
          <p:nvPr/>
        </p:nvSpPr>
        <p:spPr>
          <a:xfrm rot="10800000" flipH="1">
            <a:off x="-1084200" y="3238825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24"/>
          <p:cNvGrpSpPr/>
          <p:nvPr/>
        </p:nvGrpSpPr>
        <p:grpSpPr>
          <a:xfrm rot="10800000" flipH="1">
            <a:off x="7466845" y="2485915"/>
            <a:ext cx="3111009" cy="3789122"/>
            <a:chOff x="7466845" y="-519012"/>
            <a:chExt cx="3111009" cy="3789122"/>
          </a:xfrm>
        </p:grpSpPr>
        <p:sp>
          <p:nvSpPr>
            <p:cNvPr id="318" name="Google Shape;318;p24"/>
            <p:cNvSpPr/>
            <p:nvPr/>
          </p:nvSpPr>
          <p:spPr>
            <a:xfrm>
              <a:off x="8677278" y="2368361"/>
              <a:ext cx="335359" cy="901749"/>
            </a:xfrm>
            <a:custGeom>
              <a:avLst/>
              <a:gdLst/>
              <a:ahLst/>
              <a:cxnLst/>
              <a:rect l="l" t="t" r="r" b="b"/>
              <a:pathLst>
                <a:path w="5516" h="14832" extrusionOk="0">
                  <a:moveTo>
                    <a:pt x="2676" y="1"/>
                  </a:moveTo>
                  <a:cubicBezTo>
                    <a:pt x="2484" y="1"/>
                    <a:pt x="2307" y="164"/>
                    <a:pt x="2307" y="371"/>
                  </a:cubicBezTo>
                  <a:cubicBezTo>
                    <a:pt x="2307" y="563"/>
                    <a:pt x="2484" y="740"/>
                    <a:pt x="2676" y="740"/>
                  </a:cubicBezTo>
                  <a:cubicBezTo>
                    <a:pt x="2780" y="740"/>
                    <a:pt x="2869" y="696"/>
                    <a:pt x="2928" y="637"/>
                  </a:cubicBezTo>
                  <a:lnTo>
                    <a:pt x="5294" y="3003"/>
                  </a:lnTo>
                  <a:lnTo>
                    <a:pt x="5294" y="11904"/>
                  </a:lnTo>
                  <a:lnTo>
                    <a:pt x="2676" y="14521"/>
                  </a:lnTo>
                  <a:lnTo>
                    <a:pt x="488" y="12347"/>
                  </a:lnTo>
                  <a:lnTo>
                    <a:pt x="488" y="3180"/>
                  </a:lnTo>
                  <a:cubicBezTo>
                    <a:pt x="636" y="3136"/>
                    <a:pt x="739" y="3003"/>
                    <a:pt x="739" y="2840"/>
                  </a:cubicBezTo>
                  <a:cubicBezTo>
                    <a:pt x="739" y="2633"/>
                    <a:pt x="562" y="2470"/>
                    <a:pt x="370" y="2470"/>
                  </a:cubicBezTo>
                  <a:cubicBezTo>
                    <a:pt x="163" y="2470"/>
                    <a:pt x="0" y="2633"/>
                    <a:pt x="0" y="2840"/>
                  </a:cubicBezTo>
                  <a:cubicBezTo>
                    <a:pt x="0" y="3003"/>
                    <a:pt x="104" y="3150"/>
                    <a:pt x="266" y="3195"/>
                  </a:cubicBezTo>
                  <a:lnTo>
                    <a:pt x="266" y="12392"/>
                  </a:lnTo>
                  <a:lnTo>
                    <a:pt x="266" y="12436"/>
                  </a:lnTo>
                  <a:lnTo>
                    <a:pt x="2676" y="14832"/>
                  </a:lnTo>
                  <a:lnTo>
                    <a:pt x="5515" y="11993"/>
                  </a:lnTo>
                  <a:lnTo>
                    <a:pt x="5515" y="2958"/>
                  </a:lnTo>
                  <a:lnTo>
                    <a:pt x="5515" y="2899"/>
                  </a:lnTo>
                  <a:lnTo>
                    <a:pt x="3046" y="445"/>
                  </a:lnTo>
                  <a:cubicBezTo>
                    <a:pt x="3046" y="415"/>
                    <a:pt x="3046" y="385"/>
                    <a:pt x="3046" y="371"/>
                  </a:cubicBezTo>
                  <a:cubicBezTo>
                    <a:pt x="3046" y="164"/>
                    <a:pt x="2883" y="1"/>
                    <a:pt x="267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8801302" y="2583214"/>
              <a:ext cx="100741" cy="572044"/>
            </a:xfrm>
            <a:custGeom>
              <a:avLst/>
              <a:gdLst/>
              <a:ahLst/>
              <a:cxnLst/>
              <a:rect l="l" t="t" r="r" b="b"/>
              <a:pathLst>
                <a:path w="1657" h="9409" extrusionOk="0">
                  <a:moveTo>
                    <a:pt x="799" y="1"/>
                  </a:moveTo>
                  <a:cubicBezTo>
                    <a:pt x="622" y="1"/>
                    <a:pt x="429" y="75"/>
                    <a:pt x="282" y="208"/>
                  </a:cubicBezTo>
                  <a:cubicBezTo>
                    <a:pt x="1" y="504"/>
                    <a:pt x="1" y="977"/>
                    <a:pt x="282" y="1258"/>
                  </a:cubicBezTo>
                  <a:cubicBezTo>
                    <a:pt x="400" y="1376"/>
                    <a:pt x="563" y="1450"/>
                    <a:pt x="710" y="1465"/>
                  </a:cubicBezTo>
                  <a:lnTo>
                    <a:pt x="710" y="7941"/>
                  </a:lnTo>
                  <a:cubicBezTo>
                    <a:pt x="577" y="7971"/>
                    <a:pt x="429" y="8045"/>
                    <a:pt x="326" y="8148"/>
                  </a:cubicBezTo>
                  <a:cubicBezTo>
                    <a:pt x="30" y="8444"/>
                    <a:pt x="30" y="8902"/>
                    <a:pt x="326" y="9198"/>
                  </a:cubicBezTo>
                  <a:cubicBezTo>
                    <a:pt x="466" y="9338"/>
                    <a:pt x="655" y="9409"/>
                    <a:pt x="843" y="9409"/>
                  </a:cubicBezTo>
                  <a:cubicBezTo>
                    <a:pt x="1032" y="9409"/>
                    <a:pt x="1220" y="9338"/>
                    <a:pt x="1361" y="9198"/>
                  </a:cubicBezTo>
                  <a:cubicBezTo>
                    <a:pt x="1657" y="8902"/>
                    <a:pt x="1657" y="8444"/>
                    <a:pt x="1361" y="8148"/>
                  </a:cubicBezTo>
                  <a:cubicBezTo>
                    <a:pt x="1243" y="8030"/>
                    <a:pt x="1095" y="7971"/>
                    <a:pt x="932" y="7941"/>
                  </a:cubicBezTo>
                  <a:lnTo>
                    <a:pt x="932" y="1465"/>
                  </a:lnTo>
                  <a:cubicBezTo>
                    <a:pt x="1080" y="1435"/>
                    <a:pt x="1213" y="1376"/>
                    <a:pt x="1331" y="1258"/>
                  </a:cubicBezTo>
                  <a:cubicBezTo>
                    <a:pt x="1612" y="977"/>
                    <a:pt x="1612" y="504"/>
                    <a:pt x="1331" y="208"/>
                  </a:cubicBezTo>
                  <a:cubicBezTo>
                    <a:pt x="1184" y="75"/>
                    <a:pt x="991" y="1"/>
                    <a:pt x="79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 rot="-8100000" flipH="1">
              <a:off x="8046167" y="19648"/>
              <a:ext cx="2233987" cy="1767370"/>
            </a:xfrm>
            <a:custGeom>
              <a:avLst/>
              <a:gdLst/>
              <a:ahLst/>
              <a:cxnLst/>
              <a:rect l="l" t="t" r="r" b="b"/>
              <a:pathLst>
                <a:path w="36745" h="29070" extrusionOk="0">
                  <a:moveTo>
                    <a:pt x="35414" y="207"/>
                  </a:moveTo>
                  <a:cubicBezTo>
                    <a:pt x="35148" y="488"/>
                    <a:pt x="35133" y="917"/>
                    <a:pt x="35384" y="1213"/>
                  </a:cubicBezTo>
                  <a:lnTo>
                    <a:pt x="35384" y="1213"/>
                  </a:lnTo>
                  <a:lnTo>
                    <a:pt x="28937" y="7645"/>
                  </a:lnTo>
                  <a:lnTo>
                    <a:pt x="23540" y="7645"/>
                  </a:lnTo>
                  <a:lnTo>
                    <a:pt x="15630" y="15555"/>
                  </a:lnTo>
                  <a:lnTo>
                    <a:pt x="15630" y="21174"/>
                  </a:lnTo>
                  <a:lnTo>
                    <a:pt x="10750" y="26054"/>
                  </a:lnTo>
                  <a:lnTo>
                    <a:pt x="2869" y="26054"/>
                  </a:lnTo>
                  <a:lnTo>
                    <a:pt x="2825" y="26054"/>
                  </a:lnTo>
                  <a:lnTo>
                    <a:pt x="1169" y="27710"/>
                  </a:lnTo>
                  <a:cubicBezTo>
                    <a:pt x="1051" y="27621"/>
                    <a:pt x="888" y="27577"/>
                    <a:pt x="725" y="27577"/>
                  </a:cubicBezTo>
                  <a:lnTo>
                    <a:pt x="725" y="27577"/>
                  </a:lnTo>
                  <a:cubicBezTo>
                    <a:pt x="326" y="27606"/>
                    <a:pt x="1" y="27946"/>
                    <a:pt x="16" y="28345"/>
                  </a:cubicBezTo>
                  <a:lnTo>
                    <a:pt x="16" y="28345"/>
                  </a:lnTo>
                  <a:cubicBezTo>
                    <a:pt x="30" y="28538"/>
                    <a:pt x="104" y="28715"/>
                    <a:pt x="237" y="28848"/>
                  </a:cubicBezTo>
                  <a:lnTo>
                    <a:pt x="237" y="28848"/>
                  </a:lnTo>
                  <a:cubicBezTo>
                    <a:pt x="370" y="28981"/>
                    <a:pt x="577" y="29070"/>
                    <a:pt x="784" y="29055"/>
                  </a:cubicBezTo>
                  <a:lnTo>
                    <a:pt x="784" y="29055"/>
                  </a:lnTo>
                  <a:lnTo>
                    <a:pt x="784" y="29055"/>
                  </a:lnTo>
                  <a:cubicBezTo>
                    <a:pt x="1198" y="29040"/>
                    <a:pt x="1509" y="28700"/>
                    <a:pt x="1494" y="28286"/>
                  </a:cubicBezTo>
                  <a:lnTo>
                    <a:pt x="1494" y="28286"/>
                  </a:lnTo>
                  <a:cubicBezTo>
                    <a:pt x="1494" y="28124"/>
                    <a:pt x="1435" y="27976"/>
                    <a:pt x="1331" y="27857"/>
                  </a:cubicBezTo>
                  <a:lnTo>
                    <a:pt x="1331" y="27857"/>
                  </a:lnTo>
                  <a:lnTo>
                    <a:pt x="2914" y="26275"/>
                  </a:lnTo>
                  <a:lnTo>
                    <a:pt x="10795" y="26275"/>
                  </a:lnTo>
                  <a:lnTo>
                    <a:pt x="10839" y="26275"/>
                  </a:lnTo>
                  <a:lnTo>
                    <a:pt x="15852" y="21263"/>
                  </a:lnTo>
                  <a:lnTo>
                    <a:pt x="15852" y="15644"/>
                  </a:lnTo>
                  <a:lnTo>
                    <a:pt x="23629" y="7866"/>
                  </a:lnTo>
                  <a:lnTo>
                    <a:pt x="29026" y="7866"/>
                  </a:lnTo>
                  <a:lnTo>
                    <a:pt x="35547" y="1361"/>
                  </a:lnTo>
                  <a:cubicBezTo>
                    <a:pt x="35828" y="1538"/>
                    <a:pt x="36212" y="1508"/>
                    <a:pt x="36463" y="1257"/>
                  </a:cubicBezTo>
                  <a:lnTo>
                    <a:pt x="36463" y="1257"/>
                  </a:lnTo>
                  <a:cubicBezTo>
                    <a:pt x="36744" y="961"/>
                    <a:pt x="36744" y="503"/>
                    <a:pt x="36463" y="207"/>
                  </a:cubicBezTo>
                  <a:lnTo>
                    <a:pt x="36463" y="207"/>
                  </a:lnTo>
                  <a:cubicBezTo>
                    <a:pt x="36316" y="59"/>
                    <a:pt x="36123" y="0"/>
                    <a:pt x="35931" y="0"/>
                  </a:cubicBezTo>
                  <a:lnTo>
                    <a:pt x="35931" y="0"/>
                  </a:lnTo>
                  <a:cubicBezTo>
                    <a:pt x="35754" y="0"/>
                    <a:pt x="35562" y="59"/>
                    <a:pt x="35414" y="207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4"/>
            <p:cNvSpPr/>
            <p:nvPr/>
          </p:nvSpPr>
          <p:spPr>
            <a:xfrm rot="-8100000" flipH="1">
              <a:off x="7796809" y="-69035"/>
              <a:ext cx="2002959" cy="1762932"/>
            </a:xfrm>
            <a:custGeom>
              <a:avLst/>
              <a:gdLst/>
              <a:ahLst/>
              <a:cxnLst/>
              <a:rect l="l" t="t" r="r" b="b"/>
              <a:pathLst>
                <a:path w="32945" h="28997" extrusionOk="0">
                  <a:moveTo>
                    <a:pt x="32131" y="1"/>
                  </a:moveTo>
                  <a:cubicBezTo>
                    <a:pt x="31954" y="1"/>
                    <a:pt x="31762" y="75"/>
                    <a:pt x="31614" y="208"/>
                  </a:cubicBezTo>
                  <a:cubicBezTo>
                    <a:pt x="31496" y="326"/>
                    <a:pt x="31436" y="474"/>
                    <a:pt x="31407" y="622"/>
                  </a:cubicBezTo>
                  <a:lnTo>
                    <a:pt x="27001" y="622"/>
                  </a:lnTo>
                  <a:lnTo>
                    <a:pt x="21796" y="5841"/>
                  </a:lnTo>
                  <a:lnTo>
                    <a:pt x="21796" y="11105"/>
                  </a:lnTo>
                  <a:lnTo>
                    <a:pt x="14196" y="18705"/>
                  </a:lnTo>
                  <a:lnTo>
                    <a:pt x="8961" y="18705"/>
                  </a:lnTo>
                  <a:lnTo>
                    <a:pt x="4304" y="23363"/>
                  </a:lnTo>
                  <a:cubicBezTo>
                    <a:pt x="4171" y="23259"/>
                    <a:pt x="4008" y="23215"/>
                    <a:pt x="3845" y="23215"/>
                  </a:cubicBezTo>
                  <a:cubicBezTo>
                    <a:pt x="3638" y="23230"/>
                    <a:pt x="3461" y="23304"/>
                    <a:pt x="3328" y="23452"/>
                  </a:cubicBezTo>
                  <a:cubicBezTo>
                    <a:pt x="3195" y="23600"/>
                    <a:pt x="3121" y="23792"/>
                    <a:pt x="3136" y="23984"/>
                  </a:cubicBezTo>
                  <a:cubicBezTo>
                    <a:pt x="3136" y="24176"/>
                    <a:pt x="3210" y="24339"/>
                    <a:pt x="3343" y="24472"/>
                  </a:cubicBezTo>
                  <a:cubicBezTo>
                    <a:pt x="3357" y="24487"/>
                    <a:pt x="3357" y="24487"/>
                    <a:pt x="3372" y="24502"/>
                  </a:cubicBezTo>
                  <a:cubicBezTo>
                    <a:pt x="3505" y="24635"/>
                    <a:pt x="3697" y="24694"/>
                    <a:pt x="3890" y="24694"/>
                  </a:cubicBezTo>
                  <a:cubicBezTo>
                    <a:pt x="3964" y="24694"/>
                    <a:pt x="4038" y="24664"/>
                    <a:pt x="4111" y="24649"/>
                  </a:cubicBezTo>
                  <a:lnTo>
                    <a:pt x="4111" y="24649"/>
                  </a:lnTo>
                  <a:lnTo>
                    <a:pt x="1125" y="27621"/>
                  </a:lnTo>
                  <a:cubicBezTo>
                    <a:pt x="1006" y="27547"/>
                    <a:pt x="859" y="27518"/>
                    <a:pt x="711" y="27518"/>
                  </a:cubicBezTo>
                  <a:cubicBezTo>
                    <a:pt x="518" y="27518"/>
                    <a:pt x="341" y="27607"/>
                    <a:pt x="208" y="27754"/>
                  </a:cubicBezTo>
                  <a:cubicBezTo>
                    <a:pt x="60" y="27902"/>
                    <a:pt x="1" y="28080"/>
                    <a:pt x="1" y="28287"/>
                  </a:cubicBezTo>
                  <a:cubicBezTo>
                    <a:pt x="16" y="28479"/>
                    <a:pt x="90" y="28642"/>
                    <a:pt x="223" y="28775"/>
                  </a:cubicBezTo>
                  <a:cubicBezTo>
                    <a:pt x="223" y="28790"/>
                    <a:pt x="237" y="28790"/>
                    <a:pt x="237" y="28804"/>
                  </a:cubicBezTo>
                  <a:cubicBezTo>
                    <a:pt x="385" y="28937"/>
                    <a:pt x="578" y="28997"/>
                    <a:pt x="770" y="28997"/>
                  </a:cubicBezTo>
                  <a:cubicBezTo>
                    <a:pt x="962" y="28982"/>
                    <a:pt x="1154" y="28908"/>
                    <a:pt x="1287" y="28760"/>
                  </a:cubicBezTo>
                  <a:cubicBezTo>
                    <a:pt x="1420" y="28612"/>
                    <a:pt x="1494" y="28420"/>
                    <a:pt x="1480" y="28228"/>
                  </a:cubicBezTo>
                  <a:cubicBezTo>
                    <a:pt x="1480" y="28050"/>
                    <a:pt x="1406" y="27902"/>
                    <a:pt x="1302" y="27769"/>
                  </a:cubicBezTo>
                  <a:lnTo>
                    <a:pt x="4259" y="24812"/>
                  </a:lnTo>
                  <a:cubicBezTo>
                    <a:pt x="4392" y="24945"/>
                    <a:pt x="4585" y="25004"/>
                    <a:pt x="4762" y="25004"/>
                  </a:cubicBezTo>
                  <a:cubicBezTo>
                    <a:pt x="4969" y="24989"/>
                    <a:pt x="5147" y="24901"/>
                    <a:pt x="5280" y="24768"/>
                  </a:cubicBezTo>
                  <a:cubicBezTo>
                    <a:pt x="5413" y="24620"/>
                    <a:pt x="5487" y="24428"/>
                    <a:pt x="5472" y="24235"/>
                  </a:cubicBezTo>
                  <a:cubicBezTo>
                    <a:pt x="5472" y="24206"/>
                    <a:pt x="5472" y="24176"/>
                    <a:pt x="5457" y="24132"/>
                  </a:cubicBezTo>
                  <a:lnTo>
                    <a:pt x="5457" y="24132"/>
                  </a:lnTo>
                  <a:cubicBezTo>
                    <a:pt x="5487" y="24191"/>
                    <a:pt x="5531" y="24235"/>
                    <a:pt x="5561" y="24265"/>
                  </a:cubicBezTo>
                  <a:cubicBezTo>
                    <a:pt x="5575" y="24280"/>
                    <a:pt x="5575" y="24280"/>
                    <a:pt x="5590" y="24295"/>
                  </a:cubicBezTo>
                  <a:cubicBezTo>
                    <a:pt x="5725" y="24416"/>
                    <a:pt x="5886" y="24489"/>
                    <a:pt x="6071" y="24489"/>
                  </a:cubicBezTo>
                  <a:cubicBezTo>
                    <a:pt x="6088" y="24489"/>
                    <a:pt x="6105" y="24488"/>
                    <a:pt x="6122" y="24487"/>
                  </a:cubicBezTo>
                  <a:cubicBezTo>
                    <a:pt x="6315" y="24472"/>
                    <a:pt x="6492" y="24398"/>
                    <a:pt x="6625" y="24250"/>
                  </a:cubicBezTo>
                  <a:cubicBezTo>
                    <a:pt x="6729" y="24147"/>
                    <a:pt x="6788" y="24028"/>
                    <a:pt x="6817" y="23895"/>
                  </a:cubicBezTo>
                  <a:lnTo>
                    <a:pt x="11712" y="23895"/>
                  </a:lnTo>
                  <a:lnTo>
                    <a:pt x="12436" y="23171"/>
                  </a:lnTo>
                  <a:lnTo>
                    <a:pt x="12436" y="21382"/>
                  </a:lnTo>
                  <a:cubicBezTo>
                    <a:pt x="12584" y="21352"/>
                    <a:pt x="12717" y="21278"/>
                    <a:pt x="12821" y="21160"/>
                  </a:cubicBezTo>
                  <a:cubicBezTo>
                    <a:pt x="12954" y="21027"/>
                    <a:pt x="13028" y="20835"/>
                    <a:pt x="13013" y="20642"/>
                  </a:cubicBezTo>
                  <a:cubicBezTo>
                    <a:pt x="12998" y="20435"/>
                    <a:pt x="12909" y="20258"/>
                    <a:pt x="12776" y="20125"/>
                  </a:cubicBezTo>
                  <a:cubicBezTo>
                    <a:pt x="12641" y="20003"/>
                    <a:pt x="12468" y="19931"/>
                    <a:pt x="12293" y="19931"/>
                  </a:cubicBezTo>
                  <a:cubicBezTo>
                    <a:pt x="12276" y="19931"/>
                    <a:pt x="12260" y="19931"/>
                    <a:pt x="12244" y="19933"/>
                  </a:cubicBezTo>
                  <a:cubicBezTo>
                    <a:pt x="12052" y="19933"/>
                    <a:pt x="11859" y="20021"/>
                    <a:pt x="11726" y="20169"/>
                  </a:cubicBezTo>
                  <a:cubicBezTo>
                    <a:pt x="11593" y="20302"/>
                    <a:pt x="11534" y="20494"/>
                    <a:pt x="11534" y="20687"/>
                  </a:cubicBezTo>
                  <a:cubicBezTo>
                    <a:pt x="11549" y="20879"/>
                    <a:pt x="11623" y="21056"/>
                    <a:pt x="11756" y="21189"/>
                  </a:cubicBezTo>
                  <a:cubicBezTo>
                    <a:pt x="11756" y="21189"/>
                    <a:pt x="11771" y="21204"/>
                    <a:pt x="11771" y="21204"/>
                  </a:cubicBezTo>
                  <a:cubicBezTo>
                    <a:pt x="11904" y="21322"/>
                    <a:pt x="12052" y="21382"/>
                    <a:pt x="12214" y="21396"/>
                  </a:cubicBezTo>
                  <a:lnTo>
                    <a:pt x="12214" y="23082"/>
                  </a:lnTo>
                  <a:lnTo>
                    <a:pt x="11623" y="23673"/>
                  </a:lnTo>
                  <a:lnTo>
                    <a:pt x="6817" y="23673"/>
                  </a:lnTo>
                  <a:cubicBezTo>
                    <a:pt x="6803" y="23496"/>
                    <a:pt x="6729" y="23333"/>
                    <a:pt x="6596" y="23200"/>
                  </a:cubicBezTo>
                  <a:cubicBezTo>
                    <a:pt x="6448" y="23067"/>
                    <a:pt x="6255" y="23008"/>
                    <a:pt x="6063" y="23008"/>
                  </a:cubicBezTo>
                  <a:cubicBezTo>
                    <a:pt x="5856" y="23023"/>
                    <a:pt x="5679" y="23097"/>
                    <a:pt x="5546" y="23245"/>
                  </a:cubicBezTo>
                  <a:cubicBezTo>
                    <a:pt x="5413" y="23393"/>
                    <a:pt x="5339" y="23585"/>
                    <a:pt x="5354" y="23777"/>
                  </a:cubicBezTo>
                  <a:cubicBezTo>
                    <a:pt x="5354" y="23807"/>
                    <a:pt x="5354" y="23836"/>
                    <a:pt x="5368" y="23866"/>
                  </a:cubicBezTo>
                  <a:cubicBezTo>
                    <a:pt x="5324" y="23821"/>
                    <a:pt x="5294" y="23762"/>
                    <a:pt x="5235" y="23718"/>
                  </a:cubicBezTo>
                  <a:cubicBezTo>
                    <a:pt x="5113" y="23596"/>
                    <a:pt x="4942" y="23524"/>
                    <a:pt x="4755" y="23524"/>
                  </a:cubicBezTo>
                  <a:cubicBezTo>
                    <a:pt x="4738" y="23524"/>
                    <a:pt x="4720" y="23524"/>
                    <a:pt x="4703" y="23526"/>
                  </a:cubicBezTo>
                  <a:cubicBezTo>
                    <a:pt x="4629" y="23526"/>
                    <a:pt x="4570" y="23540"/>
                    <a:pt x="4496" y="23570"/>
                  </a:cubicBezTo>
                  <a:cubicBezTo>
                    <a:pt x="4481" y="23555"/>
                    <a:pt x="4466" y="23526"/>
                    <a:pt x="4452" y="23511"/>
                  </a:cubicBezTo>
                  <a:lnTo>
                    <a:pt x="9050" y="18927"/>
                  </a:lnTo>
                  <a:lnTo>
                    <a:pt x="14284" y="18927"/>
                  </a:lnTo>
                  <a:lnTo>
                    <a:pt x="22018" y="11194"/>
                  </a:lnTo>
                  <a:lnTo>
                    <a:pt x="22018" y="5930"/>
                  </a:lnTo>
                  <a:lnTo>
                    <a:pt x="27104" y="844"/>
                  </a:lnTo>
                  <a:lnTo>
                    <a:pt x="31407" y="844"/>
                  </a:lnTo>
                  <a:cubicBezTo>
                    <a:pt x="31436" y="991"/>
                    <a:pt x="31496" y="1139"/>
                    <a:pt x="31614" y="1258"/>
                  </a:cubicBezTo>
                  <a:cubicBezTo>
                    <a:pt x="31762" y="1405"/>
                    <a:pt x="31950" y="1479"/>
                    <a:pt x="32139" y="1479"/>
                  </a:cubicBezTo>
                  <a:cubicBezTo>
                    <a:pt x="32327" y="1479"/>
                    <a:pt x="32516" y="1405"/>
                    <a:pt x="32664" y="1258"/>
                  </a:cubicBezTo>
                  <a:cubicBezTo>
                    <a:pt x="32945" y="977"/>
                    <a:pt x="32945" y="504"/>
                    <a:pt x="32664" y="208"/>
                  </a:cubicBezTo>
                  <a:cubicBezTo>
                    <a:pt x="32516" y="75"/>
                    <a:pt x="32324" y="1"/>
                    <a:pt x="32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 rot="-8100000" flipH="1">
              <a:off x="7948860" y="41638"/>
              <a:ext cx="2084731" cy="1807861"/>
            </a:xfrm>
            <a:custGeom>
              <a:avLst/>
              <a:gdLst/>
              <a:ahLst/>
              <a:cxnLst/>
              <a:rect l="l" t="t" r="r" b="b"/>
              <a:pathLst>
                <a:path w="34290" h="29736" extrusionOk="0">
                  <a:moveTo>
                    <a:pt x="33477" y="0"/>
                  </a:moveTo>
                  <a:cubicBezTo>
                    <a:pt x="33285" y="0"/>
                    <a:pt x="33107" y="59"/>
                    <a:pt x="32959" y="207"/>
                  </a:cubicBezTo>
                  <a:cubicBezTo>
                    <a:pt x="32708" y="458"/>
                    <a:pt x="32678" y="843"/>
                    <a:pt x="32856" y="1124"/>
                  </a:cubicBezTo>
                  <a:lnTo>
                    <a:pt x="28908" y="5072"/>
                  </a:lnTo>
                  <a:lnTo>
                    <a:pt x="24073" y="5072"/>
                  </a:lnTo>
                  <a:lnTo>
                    <a:pt x="21160" y="7999"/>
                  </a:lnTo>
                  <a:lnTo>
                    <a:pt x="21160" y="10779"/>
                  </a:lnTo>
                  <a:lnTo>
                    <a:pt x="18277" y="13722"/>
                  </a:lnTo>
                  <a:lnTo>
                    <a:pt x="13471" y="18542"/>
                  </a:lnTo>
                  <a:lnTo>
                    <a:pt x="13471" y="23865"/>
                  </a:lnTo>
                  <a:lnTo>
                    <a:pt x="11046" y="26290"/>
                  </a:lnTo>
                  <a:lnTo>
                    <a:pt x="3298" y="26290"/>
                  </a:lnTo>
                  <a:lnTo>
                    <a:pt x="1184" y="28404"/>
                  </a:lnTo>
                  <a:cubicBezTo>
                    <a:pt x="1064" y="28311"/>
                    <a:pt x="921" y="28254"/>
                    <a:pt x="775" y="28254"/>
                  </a:cubicBezTo>
                  <a:cubicBezTo>
                    <a:pt x="759" y="28254"/>
                    <a:pt x="742" y="28255"/>
                    <a:pt x="725" y="28257"/>
                  </a:cubicBezTo>
                  <a:cubicBezTo>
                    <a:pt x="518" y="28257"/>
                    <a:pt x="341" y="28345"/>
                    <a:pt x="208" y="28493"/>
                  </a:cubicBezTo>
                  <a:cubicBezTo>
                    <a:pt x="75" y="28641"/>
                    <a:pt x="1" y="28818"/>
                    <a:pt x="16" y="29025"/>
                  </a:cubicBezTo>
                  <a:cubicBezTo>
                    <a:pt x="16" y="29203"/>
                    <a:pt x="90" y="29380"/>
                    <a:pt x="223" y="29513"/>
                  </a:cubicBezTo>
                  <a:cubicBezTo>
                    <a:pt x="237" y="29513"/>
                    <a:pt x="237" y="29528"/>
                    <a:pt x="252" y="29528"/>
                  </a:cubicBezTo>
                  <a:cubicBezTo>
                    <a:pt x="385" y="29661"/>
                    <a:pt x="577" y="29735"/>
                    <a:pt x="770" y="29735"/>
                  </a:cubicBezTo>
                  <a:cubicBezTo>
                    <a:pt x="977" y="29720"/>
                    <a:pt x="1154" y="29632"/>
                    <a:pt x="1287" y="29499"/>
                  </a:cubicBezTo>
                  <a:cubicBezTo>
                    <a:pt x="1420" y="29351"/>
                    <a:pt x="1494" y="29158"/>
                    <a:pt x="1479" y="28966"/>
                  </a:cubicBezTo>
                  <a:cubicBezTo>
                    <a:pt x="1479" y="28818"/>
                    <a:pt x="1435" y="28671"/>
                    <a:pt x="1346" y="28552"/>
                  </a:cubicBezTo>
                  <a:lnTo>
                    <a:pt x="3387" y="26512"/>
                  </a:lnTo>
                  <a:lnTo>
                    <a:pt x="11135" y="26512"/>
                  </a:lnTo>
                  <a:lnTo>
                    <a:pt x="13678" y="23954"/>
                  </a:lnTo>
                  <a:lnTo>
                    <a:pt x="13678" y="18631"/>
                  </a:lnTo>
                  <a:lnTo>
                    <a:pt x="18424" y="13884"/>
                  </a:lnTo>
                  <a:lnTo>
                    <a:pt x="21352" y="10912"/>
                  </a:lnTo>
                  <a:lnTo>
                    <a:pt x="21382" y="10883"/>
                  </a:lnTo>
                  <a:lnTo>
                    <a:pt x="21382" y="8088"/>
                  </a:lnTo>
                  <a:lnTo>
                    <a:pt x="24161" y="5294"/>
                  </a:lnTo>
                  <a:lnTo>
                    <a:pt x="28997" y="5294"/>
                  </a:lnTo>
                  <a:lnTo>
                    <a:pt x="33004" y="1301"/>
                  </a:lnTo>
                  <a:cubicBezTo>
                    <a:pt x="33143" y="1413"/>
                    <a:pt x="33311" y="1468"/>
                    <a:pt x="33479" y="1468"/>
                  </a:cubicBezTo>
                  <a:cubicBezTo>
                    <a:pt x="33667" y="1468"/>
                    <a:pt x="33853" y="1398"/>
                    <a:pt x="33994" y="1257"/>
                  </a:cubicBezTo>
                  <a:cubicBezTo>
                    <a:pt x="34290" y="961"/>
                    <a:pt x="34290" y="503"/>
                    <a:pt x="33994" y="207"/>
                  </a:cubicBezTo>
                  <a:cubicBezTo>
                    <a:pt x="33861" y="59"/>
                    <a:pt x="33669" y="0"/>
                    <a:pt x="3347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" name="Google Shape;323;p24"/>
          <p:cNvGrpSpPr/>
          <p:nvPr/>
        </p:nvGrpSpPr>
        <p:grpSpPr>
          <a:xfrm rot="10800000" flipH="1">
            <a:off x="-1109500" y="1555371"/>
            <a:ext cx="2785746" cy="3818577"/>
            <a:chOff x="-1109500" y="382076"/>
            <a:chExt cx="2785746" cy="3818577"/>
          </a:xfrm>
        </p:grpSpPr>
        <p:sp>
          <p:nvSpPr>
            <p:cNvPr id="324" name="Google Shape;324;p24"/>
            <p:cNvSpPr/>
            <p:nvPr/>
          </p:nvSpPr>
          <p:spPr>
            <a:xfrm>
              <a:off x="200594" y="382076"/>
              <a:ext cx="335359" cy="902600"/>
            </a:xfrm>
            <a:custGeom>
              <a:avLst/>
              <a:gdLst/>
              <a:ahLst/>
              <a:cxnLst/>
              <a:rect l="l" t="t" r="r" b="b"/>
              <a:pathLst>
                <a:path w="5516" h="14846" extrusionOk="0">
                  <a:moveTo>
                    <a:pt x="2839" y="0"/>
                  </a:moveTo>
                  <a:lnTo>
                    <a:pt x="0" y="2839"/>
                  </a:lnTo>
                  <a:lnTo>
                    <a:pt x="0" y="11889"/>
                  </a:lnTo>
                  <a:lnTo>
                    <a:pt x="0" y="11933"/>
                  </a:lnTo>
                  <a:lnTo>
                    <a:pt x="2470" y="14387"/>
                  </a:lnTo>
                  <a:cubicBezTo>
                    <a:pt x="2455" y="14417"/>
                    <a:pt x="2455" y="14447"/>
                    <a:pt x="2455" y="14476"/>
                  </a:cubicBezTo>
                  <a:cubicBezTo>
                    <a:pt x="2455" y="14683"/>
                    <a:pt x="2632" y="14846"/>
                    <a:pt x="2824" y="14846"/>
                  </a:cubicBezTo>
                  <a:cubicBezTo>
                    <a:pt x="3031" y="14846"/>
                    <a:pt x="3194" y="14683"/>
                    <a:pt x="3194" y="14476"/>
                  </a:cubicBezTo>
                  <a:cubicBezTo>
                    <a:pt x="3194" y="14269"/>
                    <a:pt x="3031" y="14106"/>
                    <a:pt x="2824" y="14106"/>
                  </a:cubicBezTo>
                  <a:cubicBezTo>
                    <a:pt x="2736" y="14106"/>
                    <a:pt x="2647" y="14136"/>
                    <a:pt x="2588" y="14195"/>
                  </a:cubicBezTo>
                  <a:lnTo>
                    <a:pt x="222" y="11844"/>
                  </a:lnTo>
                  <a:lnTo>
                    <a:pt x="222" y="2928"/>
                  </a:lnTo>
                  <a:lnTo>
                    <a:pt x="2839" y="311"/>
                  </a:lnTo>
                  <a:lnTo>
                    <a:pt x="5028" y="2499"/>
                  </a:lnTo>
                  <a:lnTo>
                    <a:pt x="5028" y="11652"/>
                  </a:lnTo>
                  <a:cubicBezTo>
                    <a:pt x="4880" y="11711"/>
                    <a:pt x="4776" y="11844"/>
                    <a:pt x="4776" y="12007"/>
                  </a:cubicBezTo>
                  <a:cubicBezTo>
                    <a:pt x="4776" y="12214"/>
                    <a:pt x="4939" y="12376"/>
                    <a:pt x="5146" y="12376"/>
                  </a:cubicBezTo>
                  <a:cubicBezTo>
                    <a:pt x="5353" y="12376"/>
                    <a:pt x="5515" y="12214"/>
                    <a:pt x="5515" y="12007"/>
                  </a:cubicBezTo>
                  <a:cubicBezTo>
                    <a:pt x="5515" y="11829"/>
                    <a:pt x="5397" y="11682"/>
                    <a:pt x="5249" y="11652"/>
                  </a:cubicBezTo>
                  <a:lnTo>
                    <a:pt x="5249" y="2455"/>
                  </a:lnTo>
                  <a:lnTo>
                    <a:pt x="5249" y="2396"/>
                  </a:lnTo>
                  <a:lnTo>
                    <a:pt x="283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311121" y="497163"/>
              <a:ext cx="100741" cy="571983"/>
            </a:xfrm>
            <a:custGeom>
              <a:avLst/>
              <a:gdLst/>
              <a:ahLst/>
              <a:cxnLst/>
              <a:rect l="l" t="t" r="r" b="b"/>
              <a:pathLst>
                <a:path w="1657" h="9408" extrusionOk="0">
                  <a:moveTo>
                    <a:pt x="814" y="0"/>
                  </a:moveTo>
                  <a:cubicBezTo>
                    <a:pt x="622" y="0"/>
                    <a:pt x="430" y="74"/>
                    <a:pt x="297" y="207"/>
                  </a:cubicBezTo>
                  <a:cubicBezTo>
                    <a:pt x="1" y="503"/>
                    <a:pt x="1" y="976"/>
                    <a:pt x="297" y="1257"/>
                  </a:cubicBezTo>
                  <a:cubicBezTo>
                    <a:pt x="415" y="1375"/>
                    <a:pt x="563" y="1449"/>
                    <a:pt x="711" y="1464"/>
                  </a:cubicBezTo>
                  <a:lnTo>
                    <a:pt x="711" y="7955"/>
                  </a:lnTo>
                  <a:cubicBezTo>
                    <a:pt x="578" y="7970"/>
                    <a:pt x="430" y="8044"/>
                    <a:pt x="326" y="8147"/>
                  </a:cubicBezTo>
                  <a:cubicBezTo>
                    <a:pt x="45" y="8443"/>
                    <a:pt x="45" y="8901"/>
                    <a:pt x="326" y="9197"/>
                  </a:cubicBezTo>
                  <a:cubicBezTo>
                    <a:pt x="467" y="9338"/>
                    <a:pt x="655" y="9408"/>
                    <a:pt x="846" y="9408"/>
                  </a:cubicBezTo>
                  <a:cubicBezTo>
                    <a:pt x="1036" y="9408"/>
                    <a:pt x="1228" y="9338"/>
                    <a:pt x="1376" y="9197"/>
                  </a:cubicBezTo>
                  <a:cubicBezTo>
                    <a:pt x="1657" y="8901"/>
                    <a:pt x="1657" y="8443"/>
                    <a:pt x="1376" y="8147"/>
                  </a:cubicBezTo>
                  <a:cubicBezTo>
                    <a:pt x="1243" y="8029"/>
                    <a:pt x="1095" y="7970"/>
                    <a:pt x="932" y="7940"/>
                  </a:cubicBezTo>
                  <a:lnTo>
                    <a:pt x="932" y="1464"/>
                  </a:lnTo>
                  <a:cubicBezTo>
                    <a:pt x="1080" y="1434"/>
                    <a:pt x="1228" y="1375"/>
                    <a:pt x="1332" y="1257"/>
                  </a:cubicBezTo>
                  <a:cubicBezTo>
                    <a:pt x="1627" y="976"/>
                    <a:pt x="1627" y="503"/>
                    <a:pt x="1332" y="207"/>
                  </a:cubicBezTo>
                  <a:cubicBezTo>
                    <a:pt x="1184" y="74"/>
                    <a:pt x="1006" y="0"/>
                    <a:pt x="81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 rot="-8100000" flipH="1">
              <a:off x="-486593" y="1823141"/>
              <a:ext cx="1666001" cy="2095349"/>
            </a:xfrm>
            <a:custGeom>
              <a:avLst/>
              <a:gdLst/>
              <a:ahLst/>
              <a:cxnLst/>
              <a:rect l="l" t="t" r="r" b="b"/>
              <a:pathLst>
                <a:path w="29145" h="36656" extrusionOk="0">
                  <a:moveTo>
                    <a:pt x="28390" y="1"/>
                  </a:moveTo>
                  <a:cubicBezTo>
                    <a:pt x="28006" y="1"/>
                    <a:pt x="27666" y="311"/>
                    <a:pt x="27651" y="711"/>
                  </a:cubicBezTo>
                  <a:cubicBezTo>
                    <a:pt x="27651" y="873"/>
                    <a:pt x="27695" y="1021"/>
                    <a:pt x="27784" y="1139"/>
                  </a:cubicBezTo>
                  <a:lnTo>
                    <a:pt x="26128" y="2810"/>
                  </a:lnTo>
                  <a:lnTo>
                    <a:pt x="26128" y="2855"/>
                  </a:lnTo>
                  <a:lnTo>
                    <a:pt x="26128" y="10721"/>
                  </a:lnTo>
                  <a:lnTo>
                    <a:pt x="21248" y="15600"/>
                  </a:lnTo>
                  <a:lnTo>
                    <a:pt x="15630" y="15600"/>
                  </a:lnTo>
                  <a:lnTo>
                    <a:pt x="7719" y="23511"/>
                  </a:lnTo>
                  <a:lnTo>
                    <a:pt x="7719" y="28908"/>
                  </a:lnTo>
                  <a:lnTo>
                    <a:pt x="1287" y="35355"/>
                  </a:lnTo>
                  <a:cubicBezTo>
                    <a:pt x="1145" y="35234"/>
                    <a:pt x="973" y="35175"/>
                    <a:pt x="802" y="35175"/>
                  </a:cubicBezTo>
                  <a:cubicBezTo>
                    <a:pt x="615" y="35175"/>
                    <a:pt x="428" y="35246"/>
                    <a:pt x="281" y="35384"/>
                  </a:cubicBezTo>
                  <a:cubicBezTo>
                    <a:pt x="1" y="35680"/>
                    <a:pt x="1" y="36153"/>
                    <a:pt x="281" y="36434"/>
                  </a:cubicBezTo>
                  <a:cubicBezTo>
                    <a:pt x="429" y="36582"/>
                    <a:pt x="618" y="36656"/>
                    <a:pt x="806" y="36656"/>
                  </a:cubicBezTo>
                  <a:cubicBezTo>
                    <a:pt x="995" y="36656"/>
                    <a:pt x="1183" y="36582"/>
                    <a:pt x="1331" y="36434"/>
                  </a:cubicBezTo>
                  <a:cubicBezTo>
                    <a:pt x="1583" y="36183"/>
                    <a:pt x="1612" y="35798"/>
                    <a:pt x="1435" y="35517"/>
                  </a:cubicBezTo>
                  <a:lnTo>
                    <a:pt x="7941" y="29011"/>
                  </a:lnTo>
                  <a:lnTo>
                    <a:pt x="7941" y="23614"/>
                  </a:lnTo>
                  <a:lnTo>
                    <a:pt x="15718" y="15822"/>
                  </a:lnTo>
                  <a:lnTo>
                    <a:pt x="21337" y="15822"/>
                  </a:lnTo>
                  <a:lnTo>
                    <a:pt x="26350" y="10824"/>
                  </a:lnTo>
                  <a:lnTo>
                    <a:pt x="26350" y="10765"/>
                  </a:lnTo>
                  <a:lnTo>
                    <a:pt x="26350" y="2899"/>
                  </a:lnTo>
                  <a:lnTo>
                    <a:pt x="27932" y="1302"/>
                  </a:lnTo>
                  <a:cubicBezTo>
                    <a:pt x="28050" y="1406"/>
                    <a:pt x="28198" y="1465"/>
                    <a:pt x="28360" y="1480"/>
                  </a:cubicBezTo>
                  <a:cubicBezTo>
                    <a:pt x="28370" y="1480"/>
                    <a:pt x="28379" y="1480"/>
                    <a:pt x="28388" y="1480"/>
                  </a:cubicBezTo>
                  <a:cubicBezTo>
                    <a:pt x="28789" y="1480"/>
                    <a:pt x="29115" y="1160"/>
                    <a:pt x="29129" y="770"/>
                  </a:cubicBezTo>
                  <a:cubicBezTo>
                    <a:pt x="29144" y="548"/>
                    <a:pt x="29055" y="356"/>
                    <a:pt x="28922" y="208"/>
                  </a:cubicBezTo>
                  <a:cubicBezTo>
                    <a:pt x="28789" y="90"/>
                    <a:pt x="28612" y="1"/>
                    <a:pt x="2842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 rot="-8100000" flipH="1">
              <a:off x="62928" y="1755044"/>
              <a:ext cx="997429" cy="1132847"/>
            </a:xfrm>
            <a:custGeom>
              <a:avLst/>
              <a:gdLst/>
              <a:ahLst/>
              <a:cxnLst/>
              <a:rect l="l" t="t" r="r" b="b"/>
              <a:pathLst>
                <a:path w="17449" h="19818" extrusionOk="0">
                  <a:moveTo>
                    <a:pt x="16635" y="0"/>
                  </a:moveTo>
                  <a:cubicBezTo>
                    <a:pt x="16443" y="0"/>
                    <a:pt x="16251" y="74"/>
                    <a:pt x="16118" y="222"/>
                  </a:cubicBezTo>
                  <a:cubicBezTo>
                    <a:pt x="16014" y="311"/>
                    <a:pt x="15955" y="429"/>
                    <a:pt x="15925" y="548"/>
                  </a:cubicBezTo>
                  <a:lnTo>
                    <a:pt x="14003" y="548"/>
                  </a:lnTo>
                  <a:lnTo>
                    <a:pt x="8799" y="5767"/>
                  </a:lnTo>
                  <a:lnTo>
                    <a:pt x="8799" y="10972"/>
                  </a:lnTo>
                  <a:lnTo>
                    <a:pt x="1258" y="18513"/>
                  </a:lnTo>
                  <a:cubicBezTo>
                    <a:pt x="1125" y="18401"/>
                    <a:pt x="960" y="18346"/>
                    <a:pt x="795" y="18346"/>
                  </a:cubicBezTo>
                  <a:cubicBezTo>
                    <a:pt x="609" y="18346"/>
                    <a:pt x="423" y="18416"/>
                    <a:pt x="282" y="18557"/>
                  </a:cubicBezTo>
                  <a:cubicBezTo>
                    <a:pt x="1" y="18853"/>
                    <a:pt x="1" y="19311"/>
                    <a:pt x="282" y="19607"/>
                  </a:cubicBezTo>
                  <a:cubicBezTo>
                    <a:pt x="430" y="19747"/>
                    <a:pt x="618" y="19818"/>
                    <a:pt x="807" y="19818"/>
                  </a:cubicBezTo>
                  <a:cubicBezTo>
                    <a:pt x="995" y="19818"/>
                    <a:pt x="1184" y="19747"/>
                    <a:pt x="1331" y="19607"/>
                  </a:cubicBezTo>
                  <a:cubicBezTo>
                    <a:pt x="1583" y="19356"/>
                    <a:pt x="1612" y="18956"/>
                    <a:pt x="1420" y="18661"/>
                  </a:cubicBezTo>
                  <a:lnTo>
                    <a:pt x="9020" y="11061"/>
                  </a:lnTo>
                  <a:lnTo>
                    <a:pt x="9020" y="5856"/>
                  </a:lnTo>
                  <a:lnTo>
                    <a:pt x="14092" y="769"/>
                  </a:lnTo>
                  <a:lnTo>
                    <a:pt x="15896" y="769"/>
                  </a:lnTo>
                  <a:cubicBezTo>
                    <a:pt x="15911" y="947"/>
                    <a:pt x="15970" y="1124"/>
                    <a:pt x="16118" y="1257"/>
                  </a:cubicBezTo>
                  <a:cubicBezTo>
                    <a:pt x="16258" y="1405"/>
                    <a:pt x="16447" y="1479"/>
                    <a:pt x="16635" y="1479"/>
                  </a:cubicBezTo>
                  <a:cubicBezTo>
                    <a:pt x="16824" y="1479"/>
                    <a:pt x="17012" y="1405"/>
                    <a:pt x="17153" y="1257"/>
                  </a:cubicBezTo>
                  <a:cubicBezTo>
                    <a:pt x="17448" y="976"/>
                    <a:pt x="17448" y="503"/>
                    <a:pt x="17153" y="222"/>
                  </a:cubicBezTo>
                  <a:cubicBezTo>
                    <a:pt x="17005" y="74"/>
                    <a:pt x="16827" y="0"/>
                    <a:pt x="1663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 rot="-8100000" flipH="1">
              <a:off x="-667764" y="1853946"/>
              <a:ext cx="1704014" cy="1955244"/>
            </a:xfrm>
            <a:custGeom>
              <a:avLst/>
              <a:gdLst/>
              <a:ahLst/>
              <a:cxnLst/>
              <a:rect l="l" t="t" r="r" b="b"/>
              <a:pathLst>
                <a:path w="29810" h="34205" extrusionOk="0">
                  <a:moveTo>
                    <a:pt x="29070" y="0"/>
                  </a:moveTo>
                  <a:cubicBezTo>
                    <a:pt x="28878" y="0"/>
                    <a:pt x="28700" y="74"/>
                    <a:pt x="28567" y="192"/>
                  </a:cubicBezTo>
                  <a:cubicBezTo>
                    <a:pt x="28419" y="325"/>
                    <a:pt x="28331" y="518"/>
                    <a:pt x="28331" y="710"/>
                  </a:cubicBezTo>
                  <a:cubicBezTo>
                    <a:pt x="28316" y="873"/>
                    <a:pt x="28375" y="1035"/>
                    <a:pt x="28479" y="1168"/>
                  </a:cubicBezTo>
                  <a:lnTo>
                    <a:pt x="26364" y="3283"/>
                  </a:lnTo>
                  <a:lnTo>
                    <a:pt x="26364" y="3327"/>
                  </a:lnTo>
                  <a:lnTo>
                    <a:pt x="26364" y="11031"/>
                  </a:lnTo>
                  <a:lnTo>
                    <a:pt x="23939" y="13456"/>
                  </a:lnTo>
                  <a:lnTo>
                    <a:pt x="18616" y="13456"/>
                  </a:lnTo>
                  <a:lnTo>
                    <a:pt x="13796" y="18261"/>
                  </a:lnTo>
                  <a:lnTo>
                    <a:pt x="10853" y="21144"/>
                  </a:lnTo>
                  <a:lnTo>
                    <a:pt x="8074" y="21144"/>
                  </a:lnTo>
                  <a:lnTo>
                    <a:pt x="5146" y="24057"/>
                  </a:lnTo>
                  <a:lnTo>
                    <a:pt x="5146" y="28892"/>
                  </a:lnTo>
                  <a:lnTo>
                    <a:pt x="1198" y="32840"/>
                  </a:lnTo>
                  <a:cubicBezTo>
                    <a:pt x="1079" y="32765"/>
                    <a:pt x="942" y="32727"/>
                    <a:pt x="805" y="32727"/>
                  </a:cubicBezTo>
                  <a:cubicBezTo>
                    <a:pt x="616" y="32727"/>
                    <a:pt x="427" y="32799"/>
                    <a:pt x="281" y="32944"/>
                  </a:cubicBezTo>
                  <a:cubicBezTo>
                    <a:pt x="0" y="33240"/>
                    <a:pt x="0" y="33698"/>
                    <a:pt x="281" y="33994"/>
                  </a:cubicBezTo>
                  <a:cubicBezTo>
                    <a:pt x="429" y="34134"/>
                    <a:pt x="618" y="34204"/>
                    <a:pt x="806" y="34204"/>
                  </a:cubicBezTo>
                  <a:cubicBezTo>
                    <a:pt x="995" y="34204"/>
                    <a:pt x="1183" y="34134"/>
                    <a:pt x="1331" y="33994"/>
                  </a:cubicBezTo>
                  <a:cubicBezTo>
                    <a:pt x="1597" y="33713"/>
                    <a:pt x="1612" y="33284"/>
                    <a:pt x="1361" y="32988"/>
                  </a:cubicBezTo>
                  <a:lnTo>
                    <a:pt x="5368" y="28996"/>
                  </a:lnTo>
                  <a:lnTo>
                    <a:pt x="5368" y="24146"/>
                  </a:lnTo>
                  <a:lnTo>
                    <a:pt x="8162" y="21366"/>
                  </a:lnTo>
                  <a:lnTo>
                    <a:pt x="10942" y="21366"/>
                  </a:lnTo>
                  <a:lnTo>
                    <a:pt x="10987" y="21337"/>
                  </a:lnTo>
                  <a:lnTo>
                    <a:pt x="13959" y="18424"/>
                  </a:lnTo>
                  <a:lnTo>
                    <a:pt x="18705" y="13677"/>
                  </a:lnTo>
                  <a:lnTo>
                    <a:pt x="24028" y="13677"/>
                  </a:lnTo>
                  <a:lnTo>
                    <a:pt x="26586" y="11134"/>
                  </a:lnTo>
                  <a:lnTo>
                    <a:pt x="26586" y="11075"/>
                  </a:lnTo>
                  <a:lnTo>
                    <a:pt x="26586" y="3371"/>
                  </a:lnTo>
                  <a:lnTo>
                    <a:pt x="28626" y="1331"/>
                  </a:lnTo>
                  <a:cubicBezTo>
                    <a:pt x="28745" y="1420"/>
                    <a:pt x="28893" y="1464"/>
                    <a:pt x="29040" y="1479"/>
                  </a:cubicBezTo>
                  <a:cubicBezTo>
                    <a:pt x="29233" y="1479"/>
                    <a:pt x="29425" y="1420"/>
                    <a:pt x="29573" y="1287"/>
                  </a:cubicBezTo>
                  <a:cubicBezTo>
                    <a:pt x="29706" y="1139"/>
                    <a:pt x="29795" y="961"/>
                    <a:pt x="29809" y="769"/>
                  </a:cubicBezTo>
                  <a:cubicBezTo>
                    <a:pt x="29809" y="562"/>
                    <a:pt x="29735" y="385"/>
                    <a:pt x="29602" y="237"/>
                  </a:cubicBezTo>
                  <a:cubicBezTo>
                    <a:pt x="29602" y="222"/>
                    <a:pt x="29588" y="222"/>
                    <a:pt x="29588" y="207"/>
                  </a:cubicBezTo>
                  <a:cubicBezTo>
                    <a:pt x="29454" y="89"/>
                    <a:pt x="29277" y="0"/>
                    <a:pt x="2910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" name="Google Shape;329;p24"/>
          <p:cNvSpPr/>
          <p:nvPr/>
        </p:nvSpPr>
        <p:spPr>
          <a:xfrm rot="10800000" flipH="1">
            <a:off x="3669900" y="-656675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4"/>
          <p:cNvSpPr/>
          <p:nvPr/>
        </p:nvSpPr>
        <p:spPr>
          <a:xfrm rot="10800000" flipH="1">
            <a:off x="8082450" y="4608500"/>
            <a:ext cx="1804200" cy="1804200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lata"/>
              <a:buNone/>
              <a:defRPr sz="27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6" r:id="rId4"/>
    <p:sldLayoutId id="2147483657" r:id="rId5"/>
    <p:sldLayoutId id="2147483667" r:id="rId6"/>
    <p:sldLayoutId id="2147483668" r:id="rId7"/>
    <p:sldLayoutId id="2147483669" r:id="rId8"/>
    <p:sldLayoutId id="214748367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28"/>
          <p:cNvGrpSpPr/>
          <p:nvPr/>
        </p:nvGrpSpPr>
        <p:grpSpPr>
          <a:xfrm>
            <a:off x="-850768" y="2787188"/>
            <a:ext cx="2943176" cy="2942600"/>
            <a:chOff x="-564150" y="3589452"/>
            <a:chExt cx="2169844" cy="2038094"/>
          </a:xfrm>
        </p:grpSpPr>
        <p:sp>
          <p:nvSpPr>
            <p:cNvPr id="344" name="Google Shape;344;p28"/>
            <p:cNvSpPr/>
            <p:nvPr/>
          </p:nvSpPr>
          <p:spPr>
            <a:xfrm>
              <a:off x="-434046" y="3735967"/>
              <a:ext cx="1405680" cy="1112073"/>
            </a:xfrm>
            <a:custGeom>
              <a:avLst/>
              <a:gdLst/>
              <a:ahLst/>
              <a:cxnLst/>
              <a:rect l="l" t="t" r="r" b="b"/>
              <a:pathLst>
                <a:path w="36745" h="29070" extrusionOk="0">
                  <a:moveTo>
                    <a:pt x="35414" y="207"/>
                  </a:moveTo>
                  <a:cubicBezTo>
                    <a:pt x="35148" y="488"/>
                    <a:pt x="35133" y="917"/>
                    <a:pt x="35384" y="1213"/>
                  </a:cubicBezTo>
                  <a:lnTo>
                    <a:pt x="35384" y="1213"/>
                  </a:lnTo>
                  <a:lnTo>
                    <a:pt x="28937" y="7645"/>
                  </a:lnTo>
                  <a:lnTo>
                    <a:pt x="23540" y="7645"/>
                  </a:lnTo>
                  <a:lnTo>
                    <a:pt x="15630" y="15555"/>
                  </a:lnTo>
                  <a:lnTo>
                    <a:pt x="15630" y="21174"/>
                  </a:lnTo>
                  <a:lnTo>
                    <a:pt x="10750" y="26054"/>
                  </a:lnTo>
                  <a:lnTo>
                    <a:pt x="2869" y="26054"/>
                  </a:lnTo>
                  <a:lnTo>
                    <a:pt x="2825" y="26054"/>
                  </a:lnTo>
                  <a:lnTo>
                    <a:pt x="1169" y="27710"/>
                  </a:lnTo>
                  <a:cubicBezTo>
                    <a:pt x="1051" y="27621"/>
                    <a:pt x="888" y="27577"/>
                    <a:pt x="725" y="27577"/>
                  </a:cubicBezTo>
                  <a:lnTo>
                    <a:pt x="725" y="27577"/>
                  </a:lnTo>
                  <a:cubicBezTo>
                    <a:pt x="326" y="27606"/>
                    <a:pt x="1" y="27946"/>
                    <a:pt x="16" y="28345"/>
                  </a:cubicBezTo>
                  <a:lnTo>
                    <a:pt x="16" y="28345"/>
                  </a:lnTo>
                  <a:cubicBezTo>
                    <a:pt x="30" y="28538"/>
                    <a:pt x="104" y="28715"/>
                    <a:pt x="237" y="28848"/>
                  </a:cubicBezTo>
                  <a:lnTo>
                    <a:pt x="237" y="28848"/>
                  </a:lnTo>
                  <a:cubicBezTo>
                    <a:pt x="370" y="28981"/>
                    <a:pt x="577" y="29070"/>
                    <a:pt x="784" y="29055"/>
                  </a:cubicBezTo>
                  <a:lnTo>
                    <a:pt x="784" y="29055"/>
                  </a:lnTo>
                  <a:lnTo>
                    <a:pt x="784" y="29055"/>
                  </a:lnTo>
                  <a:cubicBezTo>
                    <a:pt x="1198" y="29040"/>
                    <a:pt x="1509" y="28700"/>
                    <a:pt x="1494" y="28286"/>
                  </a:cubicBezTo>
                  <a:lnTo>
                    <a:pt x="1494" y="28286"/>
                  </a:lnTo>
                  <a:cubicBezTo>
                    <a:pt x="1494" y="28124"/>
                    <a:pt x="1435" y="27976"/>
                    <a:pt x="1331" y="27857"/>
                  </a:cubicBezTo>
                  <a:lnTo>
                    <a:pt x="1331" y="27857"/>
                  </a:lnTo>
                  <a:lnTo>
                    <a:pt x="2914" y="26275"/>
                  </a:lnTo>
                  <a:lnTo>
                    <a:pt x="10795" y="26275"/>
                  </a:lnTo>
                  <a:lnTo>
                    <a:pt x="10839" y="26275"/>
                  </a:lnTo>
                  <a:lnTo>
                    <a:pt x="15852" y="21263"/>
                  </a:lnTo>
                  <a:lnTo>
                    <a:pt x="15852" y="15644"/>
                  </a:lnTo>
                  <a:lnTo>
                    <a:pt x="23629" y="7866"/>
                  </a:lnTo>
                  <a:lnTo>
                    <a:pt x="29026" y="7866"/>
                  </a:lnTo>
                  <a:lnTo>
                    <a:pt x="35547" y="1361"/>
                  </a:lnTo>
                  <a:cubicBezTo>
                    <a:pt x="35828" y="1538"/>
                    <a:pt x="36212" y="1508"/>
                    <a:pt x="36463" y="1257"/>
                  </a:cubicBezTo>
                  <a:lnTo>
                    <a:pt x="36463" y="1257"/>
                  </a:lnTo>
                  <a:cubicBezTo>
                    <a:pt x="36744" y="961"/>
                    <a:pt x="36744" y="503"/>
                    <a:pt x="36463" y="207"/>
                  </a:cubicBezTo>
                  <a:lnTo>
                    <a:pt x="36463" y="207"/>
                  </a:lnTo>
                  <a:cubicBezTo>
                    <a:pt x="36316" y="59"/>
                    <a:pt x="36123" y="0"/>
                    <a:pt x="35931" y="0"/>
                  </a:cubicBezTo>
                  <a:lnTo>
                    <a:pt x="35931" y="0"/>
                  </a:lnTo>
                  <a:cubicBezTo>
                    <a:pt x="35754" y="0"/>
                    <a:pt x="35562" y="59"/>
                    <a:pt x="35414" y="207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232271" y="4016526"/>
              <a:ext cx="867738" cy="1270602"/>
            </a:xfrm>
            <a:custGeom>
              <a:avLst/>
              <a:gdLst/>
              <a:ahLst/>
              <a:cxnLst/>
              <a:rect l="l" t="t" r="r" b="b"/>
              <a:pathLst>
                <a:path w="22683" h="33214" extrusionOk="0">
                  <a:moveTo>
                    <a:pt x="21870" y="0"/>
                  </a:moveTo>
                  <a:cubicBezTo>
                    <a:pt x="21677" y="0"/>
                    <a:pt x="21485" y="74"/>
                    <a:pt x="21352" y="207"/>
                  </a:cubicBezTo>
                  <a:cubicBezTo>
                    <a:pt x="21056" y="503"/>
                    <a:pt x="21056" y="976"/>
                    <a:pt x="21352" y="1257"/>
                  </a:cubicBezTo>
                  <a:cubicBezTo>
                    <a:pt x="21470" y="1390"/>
                    <a:pt x="21648" y="1464"/>
                    <a:pt x="21811" y="1464"/>
                  </a:cubicBezTo>
                  <a:lnTo>
                    <a:pt x="21811" y="5841"/>
                  </a:lnTo>
                  <a:lnTo>
                    <a:pt x="14225" y="13426"/>
                  </a:lnTo>
                  <a:lnTo>
                    <a:pt x="8976" y="13426"/>
                  </a:lnTo>
                  <a:lnTo>
                    <a:pt x="3653" y="18749"/>
                  </a:lnTo>
                  <a:lnTo>
                    <a:pt x="3653" y="29469"/>
                  </a:lnTo>
                  <a:lnTo>
                    <a:pt x="1243" y="31879"/>
                  </a:lnTo>
                  <a:cubicBezTo>
                    <a:pt x="1118" y="31787"/>
                    <a:pt x="967" y="31742"/>
                    <a:pt x="816" y="31742"/>
                  </a:cubicBezTo>
                  <a:cubicBezTo>
                    <a:pt x="627" y="31742"/>
                    <a:pt x="436" y="31813"/>
                    <a:pt x="297" y="31953"/>
                  </a:cubicBezTo>
                  <a:cubicBezTo>
                    <a:pt x="1" y="32249"/>
                    <a:pt x="1" y="32707"/>
                    <a:pt x="297" y="33003"/>
                  </a:cubicBezTo>
                  <a:cubicBezTo>
                    <a:pt x="437" y="33143"/>
                    <a:pt x="626" y="33214"/>
                    <a:pt x="814" y="33214"/>
                  </a:cubicBezTo>
                  <a:cubicBezTo>
                    <a:pt x="1003" y="33214"/>
                    <a:pt x="1191" y="33143"/>
                    <a:pt x="1332" y="33003"/>
                  </a:cubicBezTo>
                  <a:cubicBezTo>
                    <a:pt x="1598" y="32737"/>
                    <a:pt x="1627" y="32323"/>
                    <a:pt x="1406" y="32027"/>
                  </a:cubicBezTo>
                  <a:lnTo>
                    <a:pt x="3875" y="29558"/>
                  </a:lnTo>
                  <a:lnTo>
                    <a:pt x="3875" y="18838"/>
                  </a:lnTo>
                  <a:lnTo>
                    <a:pt x="9065" y="13648"/>
                  </a:lnTo>
                  <a:lnTo>
                    <a:pt x="14314" y="13648"/>
                  </a:lnTo>
                  <a:lnTo>
                    <a:pt x="22032" y="5929"/>
                  </a:lnTo>
                  <a:lnTo>
                    <a:pt x="22032" y="1449"/>
                  </a:lnTo>
                  <a:cubicBezTo>
                    <a:pt x="22165" y="1420"/>
                    <a:pt x="22284" y="1361"/>
                    <a:pt x="22387" y="1257"/>
                  </a:cubicBezTo>
                  <a:cubicBezTo>
                    <a:pt x="22683" y="976"/>
                    <a:pt x="22683" y="503"/>
                    <a:pt x="22387" y="207"/>
                  </a:cubicBezTo>
                  <a:cubicBezTo>
                    <a:pt x="22239" y="74"/>
                    <a:pt x="22062" y="0"/>
                    <a:pt x="2187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-361631" y="4510315"/>
              <a:ext cx="674856" cy="657374"/>
            </a:xfrm>
            <a:custGeom>
              <a:avLst/>
              <a:gdLst/>
              <a:ahLst/>
              <a:cxnLst/>
              <a:rect l="l" t="t" r="r" b="b"/>
              <a:pathLst>
                <a:path w="17641" h="17184" extrusionOk="0">
                  <a:moveTo>
                    <a:pt x="16857" y="1"/>
                  </a:moveTo>
                  <a:cubicBezTo>
                    <a:pt x="16664" y="15"/>
                    <a:pt x="16487" y="104"/>
                    <a:pt x="16354" y="237"/>
                  </a:cubicBezTo>
                  <a:cubicBezTo>
                    <a:pt x="16221" y="385"/>
                    <a:pt x="16147" y="577"/>
                    <a:pt x="16147" y="769"/>
                  </a:cubicBezTo>
                  <a:cubicBezTo>
                    <a:pt x="16162" y="962"/>
                    <a:pt x="16236" y="1139"/>
                    <a:pt x="16369" y="1272"/>
                  </a:cubicBezTo>
                  <a:cubicBezTo>
                    <a:pt x="16369" y="1272"/>
                    <a:pt x="16383" y="1287"/>
                    <a:pt x="16383" y="1287"/>
                  </a:cubicBezTo>
                  <a:cubicBezTo>
                    <a:pt x="16502" y="1390"/>
                    <a:pt x="16650" y="1464"/>
                    <a:pt x="16812" y="1479"/>
                  </a:cubicBezTo>
                  <a:lnTo>
                    <a:pt x="16812" y="5826"/>
                  </a:lnTo>
                  <a:lnTo>
                    <a:pt x="9064" y="13574"/>
                  </a:lnTo>
                  <a:lnTo>
                    <a:pt x="3416" y="13574"/>
                  </a:lnTo>
                  <a:lnTo>
                    <a:pt x="1154" y="15837"/>
                  </a:lnTo>
                  <a:cubicBezTo>
                    <a:pt x="1050" y="15759"/>
                    <a:pt x="925" y="15715"/>
                    <a:pt x="786" y="15715"/>
                  </a:cubicBezTo>
                  <a:cubicBezTo>
                    <a:pt x="766" y="15715"/>
                    <a:pt x="746" y="15716"/>
                    <a:pt x="725" y="15718"/>
                  </a:cubicBezTo>
                  <a:cubicBezTo>
                    <a:pt x="311" y="15733"/>
                    <a:pt x="0" y="16073"/>
                    <a:pt x="15" y="16472"/>
                  </a:cubicBezTo>
                  <a:cubicBezTo>
                    <a:pt x="15" y="16665"/>
                    <a:pt x="104" y="16842"/>
                    <a:pt x="222" y="16975"/>
                  </a:cubicBezTo>
                  <a:cubicBezTo>
                    <a:pt x="359" y="17098"/>
                    <a:pt x="534" y="17184"/>
                    <a:pt x="736" y="17184"/>
                  </a:cubicBezTo>
                  <a:cubicBezTo>
                    <a:pt x="752" y="17184"/>
                    <a:pt x="768" y="17183"/>
                    <a:pt x="784" y="17182"/>
                  </a:cubicBezTo>
                  <a:cubicBezTo>
                    <a:pt x="1183" y="17167"/>
                    <a:pt x="1509" y="16827"/>
                    <a:pt x="1494" y="16428"/>
                  </a:cubicBezTo>
                  <a:cubicBezTo>
                    <a:pt x="1479" y="16251"/>
                    <a:pt x="1420" y="16103"/>
                    <a:pt x="1316" y="15984"/>
                  </a:cubicBezTo>
                  <a:lnTo>
                    <a:pt x="3505" y="13796"/>
                  </a:lnTo>
                  <a:lnTo>
                    <a:pt x="9153" y="13796"/>
                  </a:lnTo>
                  <a:lnTo>
                    <a:pt x="17034" y="5915"/>
                  </a:lnTo>
                  <a:lnTo>
                    <a:pt x="17034" y="1464"/>
                  </a:lnTo>
                  <a:cubicBezTo>
                    <a:pt x="17182" y="1435"/>
                    <a:pt x="17330" y="1361"/>
                    <a:pt x="17433" y="1243"/>
                  </a:cubicBezTo>
                  <a:cubicBezTo>
                    <a:pt x="17566" y="1095"/>
                    <a:pt x="17640" y="917"/>
                    <a:pt x="17626" y="710"/>
                  </a:cubicBezTo>
                  <a:cubicBezTo>
                    <a:pt x="17626" y="518"/>
                    <a:pt x="17537" y="341"/>
                    <a:pt x="17389" y="208"/>
                  </a:cubicBezTo>
                  <a:cubicBezTo>
                    <a:pt x="17256" y="74"/>
                    <a:pt x="17078" y="1"/>
                    <a:pt x="168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248108" y="3801573"/>
              <a:ext cx="763685" cy="661850"/>
            </a:xfrm>
            <a:custGeom>
              <a:avLst/>
              <a:gdLst/>
              <a:ahLst/>
              <a:cxnLst/>
              <a:rect l="l" t="t" r="r" b="b"/>
              <a:pathLst>
                <a:path w="19963" h="17301" extrusionOk="0">
                  <a:moveTo>
                    <a:pt x="19149" y="0"/>
                  </a:moveTo>
                  <a:cubicBezTo>
                    <a:pt x="18972" y="0"/>
                    <a:pt x="18779" y="60"/>
                    <a:pt x="18631" y="207"/>
                  </a:cubicBezTo>
                  <a:cubicBezTo>
                    <a:pt x="18365" y="474"/>
                    <a:pt x="18351" y="902"/>
                    <a:pt x="18572" y="1183"/>
                  </a:cubicBezTo>
                  <a:lnTo>
                    <a:pt x="11046" y="8724"/>
                  </a:lnTo>
                  <a:lnTo>
                    <a:pt x="5841" y="8724"/>
                  </a:lnTo>
                  <a:lnTo>
                    <a:pt x="622" y="13929"/>
                  </a:lnTo>
                  <a:lnTo>
                    <a:pt x="622" y="15851"/>
                  </a:lnTo>
                  <a:cubicBezTo>
                    <a:pt x="504" y="15881"/>
                    <a:pt x="385" y="15940"/>
                    <a:pt x="297" y="16043"/>
                  </a:cubicBezTo>
                  <a:cubicBezTo>
                    <a:pt x="1" y="16324"/>
                    <a:pt x="1" y="16798"/>
                    <a:pt x="297" y="17078"/>
                  </a:cubicBezTo>
                  <a:cubicBezTo>
                    <a:pt x="437" y="17226"/>
                    <a:pt x="626" y="17300"/>
                    <a:pt x="814" y="17300"/>
                  </a:cubicBezTo>
                  <a:cubicBezTo>
                    <a:pt x="1003" y="17300"/>
                    <a:pt x="1191" y="17226"/>
                    <a:pt x="1332" y="17078"/>
                  </a:cubicBezTo>
                  <a:cubicBezTo>
                    <a:pt x="1627" y="16798"/>
                    <a:pt x="1627" y="16324"/>
                    <a:pt x="1332" y="16043"/>
                  </a:cubicBezTo>
                  <a:cubicBezTo>
                    <a:pt x="1199" y="15896"/>
                    <a:pt x="1021" y="15836"/>
                    <a:pt x="844" y="15822"/>
                  </a:cubicBezTo>
                  <a:lnTo>
                    <a:pt x="844" y="14033"/>
                  </a:lnTo>
                  <a:lnTo>
                    <a:pt x="5930" y="8946"/>
                  </a:lnTo>
                  <a:lnTo>
                    <a:pt x="11135" y="8946"/>
                  </a:lnTo>
                  <a:lnTo>
                    <a:pt x="18735" y="1346"/>
                  </a:lnTo>
                  <a:cubicBezTo>
                    <a:pt x="18863" y="1429"/>
                    <a:pt x="19008" y="1471"/>
                    <a:pt x="19153" y="1471"/>
                  </a:cubicBezTo>
                  <a:cubicBezTo>
                    <a:pt x="19342" y="1471"/>
                    <a:pt x="19530" y="1400"/>
                    <a:pt x="19681" y="1257"/>
                  </a:cubicBezTo>
                  <a:cubicBezTo>
                    <a:pt x="19962" y="962"/>
                    <a:pt x="19962" y="503"/>
                    <a:pt x="19681" y="207"/>
                  </a:cubicBezTo>
                  <a:cubicBezTo>
                    <a:pt x="19533" y="60"/>
                    <a:pt x="19341" y="0"/>
                    <a:pt x="1914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-277356" y="5105939"/>
              <a:ext cx="470651" cy="221841"/>
            </a:xfrm>
            <a:custGeom>
              <a:avLst/>
              <a:gdLst/>
              <a:ahLst/>
              <a:cxnLst/>
              <a:rect l="l" t="t" r="r" b="b"/>
              <a:pathLst>
                <a:path w="12303" h="5799" extrusionOk="0">
                  <a:moveTo>
                    <a:pt x="11519" y="0"/>
                  </a:moveTo>
                  <a:cubicBezTo>
                    <a:pt x="11164" y="15"/>
                    <a:pt x="10883" y="267"/>
                    <a:pt x="10824" y="607"/>
                  </a:cubicBezTo>
                  <a:lnTo>
                    <a:pt x="4939" y="607"/>
                  </a:lnTo>
                  <a:lnTo>
                    <a:pt x="1124" y="4421"/>
                  </a:lnTo>
                  <a:cubicBezTo>
                    <a:pt x="1006" y="4362"/>
                    <a:pt x="873" y="4318"/>
                    <a:pt x="725" y="4318"/>
                  </a:cubicBezTo>
                  <a:cubicBezTo>
                    <a:pt x="326" y="4333"/>
                    <a:pt x="1" y="4688"/>
                    <a:pt x="15" y="5087"/>
                  </a:cubicBezTo>
                  <a:cubicBezTo>
                    <a:pt x="30" y="5279"/>
                    <a:pt x="104" y="5457"/>
                    <a:pt x="237" y="5590"/>
                  </a:cubicBezTo>
                  <a:cubicBezTo>
                    <a:pt x="237" y="5590"/>
                    <a:pt x="252" y="5604"/>
                    <a:pt x="252" y="5604"/>
                  </a:cubicBezTo>
                  <a:cubicBezTo>
                    <a:pt x="387" y="5726"/>
                    <a:pt x="560" y="5798"/>
                    <a:pt x="735" y="5798"/>
                  </a:cubicBezTo>
                  <a:cubicBezTo>
                    <a:pt x="752" y="5798"/>
                    <a:pt x="768" y="5798"/>
                    <a:pt x="784" y="5797"/>
                  </a:cubicBezTo>
                  <a:cubicBezTo>
                    <a:pt x="1198" y="5782"/>
                    <a:pt x="1509" y="5442"/>
                    <a:pt x="1494" y="5028"/>
                  </a:cubicBezTo>
                  <a:cubicBezTo>
                    <a:pt x="1494" y="4850"/>
                    <a:pt x="1405" y="4688"/>
                    <a:pt x="1302" y="4569"/>
                  </a:cubicBezTo>
                  <a:lnTo>
                    <a:pt x="5028" y="828"/>
                  </a:lnTo>
                  <a:lnTo>
                    <a:pt x="10824" y="828"/>
                  </a:lnTo>
                  <a:cubicBezTo>
                    <a:pt x="10839" y="991"/>
                    <a:pt x="10913" y="1139"/>
                    <a:pt x="11031" y="1257"/>
                  </a:cubicBezTo>
                  <a:cubicBezTo>
                    <a:pt x="11154" y="1381"/>
                    <a:pt x="11341" y="1466"/>
                    <a:pt x="11533" y="1466"/>
                  </a:cubicBezTo>
                  <a:cubicBezTo>
                    <a:pt x="11548" y="1466"/>
                    <a:pt x="11563" y="1465"/>
                    <a:pt x="11578" y="1464"/>
                  </a:cubicBezTo>
                  <a:cubicBezTo>
                    <a:pt x="11977" y="1449"/>
                    <a:pt x="12303" y="1109"/>
                    <a:pt x="12288" y="710"/>
                  </a:cubicBezTo>
                  <a:cubicBezTo>
                    <a:pt x="12273" y="311"/>
                    <a:pt x="11948" y="0"/>
                    <a:pt x="1154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-301686" y="4910228"/>
              <a:ext cx="597926" cy="532357"/>
            </a:xfrm>
            <a:custGeom>
              <a:avLst/>
              <a:gdLst/>
              <a:ahLst/>
              <a:cxnLst/>
              <a:rect l="l" t="t" r="r" b="b"/>
              <a:pathLst>
                <a:path w="15630" h="13916" extrusionOk="0">
                  <a:moveTo>
                    <a:pt x="14831" y="0"/>
                  </a:moveTo>
                  <a:cubicBezTo>
                    <a:pt x="14639" y="0"/>
                    <a:pt x="14447" y="60"/>
                    <a:pt x="14299" y="207"/>
                  </a:cubicBezTo>
                  <a:cubicBezTo>
                    <a:pt x="14018" y="503"/>
                    <a:pt x="14018" y="961"/>
                    <a:pt x="14299" y="1257"/>
                  </a:cubicBezTo>
                  <a:cubicBezTo>
                    <a:pt x="14432" y="1376"/>
                    <a:pt x="14580" y="1449"/>
                    <a:pt x="14743" y="1464"/>
                  </a:cubicBezTo>
                  <a:lnTo>
                    <a:pt x="14743" y="5974"/>
                  </a:lnTo>
                  <a:lnTo>
                    <a:pt x="12303" y="8429"/>
                  </a:lnTo>
                  <a:lnTo>
                    <a:pt x="5383" y="8429"/>
                  </a:lnTo>
                  <a:lnTo>
                    <a:pt x="1198" y="12598"/>
                  </a:lnTo>
                  <a:cubicBezTo>
                    <a:pt x="1065" y="12495"/>
                    <a:pt x="903" y="12436"/>
                    <a:pt x="725" y="12436"/>
                  </a:cubicBezTo>
                  <a:cubicBezTo>
                    <a:pt x="311" y="12465"/>
                    <a:pt x="1" y="12805"/>
                    <a:pt x="15" y="13204"/>
                  </a:cubicBezTo>
                  <a:cubicBezTo>
                    <a:pt x="15" y="13397"/>
                    <a:pt x="104" y="13574"/>
                    <a:pt x="222" y="13707"/>
                  </a:cubicBezTo>
                  <a:cubicBezTo>
                    <a:pt x="360" y="13831"/>
                    <a:pt x="535" y="13916"/>
                    <a:pt x="725" y="13916"/>
                  </a:cubicBezTo>
                  <a:cubicBezTo>
                    <a:pt x="739" y="13916"/>
                    <a:pt x="754" y="13915"/>
                    <a:pt x="770" y="13914"/>
                  </a:cubicBezTo>
                  <a:cubicBezTo>
                    <a:pt x="1184" y="13899"/>
                    <a:pt x="1509" y="13559"/>
                    <a:pt x="1479" y="13145"/>
                  </a:cubicBezTo>
                  <a:cubicBezTo>
                    <a:pt x="1479" y="13012"/>
                    <a:pt x="1435" y="12879"/>
                    <a:pt x="1361" y="12761"/>
                  </a:cubicBezTo>
                  <a:lnTo>
                    <a:pt x="5472" y="8650"/>
                  </a:lnTo>
                  <a:lnTo>
                    <a:pt x="12392" y="8650"/>
                  </a:lnTo>
                  <a:lnTo>
                    <a:pt x="14964" y="6063"/>
                  </a:lnTo>
                  <a:lnTo>
                    <a:pt x="14964" y="1464"/>
                  </a:lnTo>
                  <a:cubicBezTo>
                    <a:pt x="15112" y="1435"/>
                    <a:pt x="15245" y="1361"/>
                    <a:pt x="15349" y="1257"/>
                  </a:cubicBezTo>
                  <a:cubicBezTo>
                    <a:pt x="15630" y="961"/>
                    <a:pt x="15630" y="503"/>
                    <a:pt x="15349" y="207"/>
                  </a:cubicBezTo>
                  <a:cubicBezTo>
                    <a:pt x="15201" y="60"/>
                    <a:pt x="15009" y="0"/>
                    <a:pt x="1483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-195912" y="3984277"/>
              <a:ext cx="1620061" cy="1527905"/>
            </a:xfrm>
            <a:custGeom>
              <a:avLst/>
              <a:gdLst/>
              <a:ahLst/>
              <a:cxnLst/>
              <a:rect l="l" t="t" r="r" b="b"/>
              <a:pathLst>
                <a:path w="42349" h="39940" extrusionOk="0">
                  <a:moveTo>
                    <a:pt x="35118" y="0"/>
                  </a:moveTo>
                  <a:cubicBezTo>
                    <a:pt x="34926" y="0"/>
                    <a:pt x="34748" y="74"/>
                    <a:pt x="34600" y="222"/>
                  </a:cubicBezTo>
                  <a:cubicBezTo>
                    <a:pt x="34305" y="518"/>
                    <a:pt x="34305" y="976"/>
                    <a:pt x="34600" y="1272"/>
                  </a:cubicBezTo>
                  <a:cubicBezTo>
                    <a:pt x="34748" y="1420"/>
                    <a:pt x="34941" y="1479"/>
                    <a:pt x="35133" y="1479"/>
                  </a:cubicBezTo>
                  <a:lnTo>
                    <a:pt x="35133" y="7586"/>
                  </a:lnTo>
                  <a:lnTo>
                    <a:pt x="33994" y="8724"/>
                  </a:lnTo>
                  <a:lnTo>
                    <a:pt x="33994" y="8902"/>
                  </a:lnTo>
                  <a:lnTo>
                    <a:pt x="26601" y="16310"/>
                  </a:lnTo>
                  <a:lnTo>
                    <a:pt x="21544" y="16310"/>
                  </a:lnTo>
                  <a:lnTo>
                    <a:pt x="17419" y="20435"/>
                  </a:lnTo>
                  <a:lnTo>
                    <a:pt x="17419" y="31318"/>
                  </a:lnTo>
                  <a:lnTo>
                    <a:pt x="12953" y="35783"/>
                  </a:lnTo>
                  <a:lnTo>
                    <a:pt x="4037" y="35783"/>
                  </a:lnTo>
                  <a:lnTo>
                    <a:pt x="1198" y="38622"/>
                  </a:lnTo>
                  <a:cubicBezTo>
                    <a:pt x="1065" y="38518"/>
                    <a:pt x="888" y="38459"/>
                    <a:pt x="725" y="38459"/>
                  </a:cubicBezTo>
                  <a:cubicBezTo>
                    <a:pt x="518" y="38474"/>
                    <a:pt x="341" y="38563"/>
                    <a:pt x="208" y="38696"/>
                  </a:cubicBezTo>
                  <a:cubicBezTo>
                    <a:pt x="75" y="38844"/>
                    <a:pt x="1" y="39036"/>
                    <a:pt x="16" y="39228"/>
                  </a:cubicBezTo>
                  <a:cubicBezTo>
                    <a:pt x="16" y="39420"/>
                    <a:pt x="89" y="39598"/>
                    <a:pt x="223" y="39731"/>
                  </a:cubicBezTo>
                  <a:cubicBezTo>
                    <a:pt x="237" y="39731"/>
                    <a:pt x="237" y="39746"/>
                    <a:pt x="252" y="39746"/>
                  </a:cubicBezTo>
                  <a:cubicBezTo>
                    <a:pt x="387" y="39868"/>
                    <a:pt x="548" y="39940"/>
                    <a:pt x="733" y="39940"/>
                  </a:cubicBezTo>
                  <a:cubicBezTo>
                    <a:pt x="750" y="39940"/>
                    <a:pt x="767" y="39939"/>
                    <a:pt x="784" y="39938"/>
                  </a:cubicBezTo>
                  <a:cubicBezTo>
                    <a:pt x="977" y="39938"/>
                    <a:pt x="1154" y="39849"/>
                    <a:pt x="1287" y="39701"/>
                  </a:cubicBezTo>
                  <a:cubicBezTo>
                    <a:pt x="1420" y="39568"/>
                    <a:pt x="1494" y="39376"/>
                    <a:pt x="1494" y="39169"/>
                  </a:cubicBezTo>
                  <a:cubicBezTo>
                    <a:pt x="1479" y="39036"/>
                    <a:pt x="1435" y="38888"/>
                    <a:pt x="1346" y="38770"/>
                  </a:cubicBezTo>
                  <a:lnTo>
                    <a:pt x="4126" y="36005"/>
                  </a:lnTo>
                  <a:lnTo>
                    <a:pt x="13042" y="36005"/>
                  </a:lnTo>
                  <a:lnTo>
                    <a:pt x="17641" y="31406"/>
                  </a:lnTo>
                  <a:lnTo>
                    <a:pt x="17641" y="20524"/>
                  </a:lnTo>
                  <a:lnTo>
                    <a:pt x="21633" y="16517"/>
                  </a:lnTo>
                  <a:lnTo>
                    <a:pt x="26690" y="16517"/>
                  </a:lnTo>
                  <a:lnTo>
                    <a:pt x="33994" y="9212"/>
                  </a:lnTo>
                  <a:lnTo>
                    <a:pt x="33994" y="12125"/>
                  </a:lnTo>
                  <a:lnTo>
                    <a:pt x="38016" y="12125"/>
                  </a:lnTo>
                  <a:lnTo>
                    <a:pt x="42171" y="7970"/>
                  </a:lnTo>
                  <a:lnTo>
                    <a:pt x="42348" y="7793"/>
                  </a:lnTo>
                  <a:cubicBezTo>
                    <a:pt x="42289" y="7748"/>
                    <a:pt x="42245" y="7689"/>
                    <a:pt x="42186" y="7645"/>
                  </a:cubicBezTo>
                  <a:lnTo>
                    <a:pt x="37913" y="11903"/>
                  </a:lnTo>
                  <a:lnTo>
                    <a:pt x="34216" y="11903"/>
                  </a:lnTo>
                  <a:lnTo>
                    <a:pt x="34216" y="9005"/>
                  </a:lnTo>
                  <a:lnTo>
                    <a:pt x="35355" y="7867"/>
                  </a:lnTo>
                  <a:lnTo>
                    <a:pt x="35355" y="7689"/>
                  </a:lnTo>
                  <a:lnTo>
                    <a:pt x="39598" y="3446"/>
                  </a:lnTo>
                  <a:cubicBezTo>
                    <a:pt x="39569" y="3372"/>
                    <a:pt x="39539" y="3298"/>
                    <a:pt x="39509" y="3224"/>
                  </a:cubicBezTo>
                  <a:lnTo>
                    <a:pt x="38874" y="3845"/>
                  </a:lnTo>
                  <a:lnTo>
                    <a:pt x="35355" y="7379"/>
                  </a:lnTo>
                  <a:lnTo>
                    <a:pt x="35355" y="1449"/>
                  </a:lnTo>
                  <a:cubicBezTo>
                    <a:pt x="35458" y="1405"/>
                    <a:pt x="35562" y="1346"/>
                    <a:pt x="35650" y="1272"/>
                  </a:cubicBezTo>
                  <a:cubicBezTo>
                    <a:pt x="35931" y="976"/>
                    <a:pt x="35931" y="518"/>
                    <a:pt x="35650" y="222"/>
                  </a:cubicBezTo>
                  <a:cubicBezTo>
                    <a:pt x="35502" y="74"/>
                    <a:pt x="35310" y="0"/>
                    <a:pt x="3511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-564150" y="3615465"/>
              <a:ext cx="1260311" cy="1109280"/>
            </a:xfrm>
            <a:custGeom>
              <a:avLst/>
              <a:gdLst/>
              <a:ahLst/>
              <a:cxnLst/>
              <a:rect l="l" t="t" r="r" b="b"/>
              <a:pathLst>
                <a:path w="32945" h="28997" extrusionOk="0">
                  <a:moveTo>
                    <a:pt x="32131" y="1"/>
                  </a:moveTo>
                  <a:cubicBezTo>
                    <a:pt x="31954" y="1"/>
                    <a:pt x="31762" y="75"/>
                    <a:pt x="31614" y="208"/>
                  </a:cubicBezTo>
                  <a:cubicBezTo>
                    <a:pt x="31496" y="326"/>
                    <a:pt x="31436" y="474"/>
                    <a:pt x="31407" y="622"/>
                  </a:cubicBezTo>
                  <a:lnTo>
                    <a:pt x="27001" y="622"/>
                  </a:lnTo>
                  <a:lnTo>
                    <a:pt x="21796" y="5841"/>
                  </a:lnTo>
                  <a:lnTo>
                    <a:pt x="21796" y="11105"/>
                  </a:lnTo>
                  <a:lnTo>
                    <a:pt x="14196" y="18705"/>
                  </a:lnTo>
                  <a:lnTo>
                    <a:pt x="8961" y="18705"/>
                  </a:lnTo>
                  <a:lnTo>
                    <a:pt x="4304" y="23363"/>
                  </a:lnTo>
                  <a:cubicBezTo>
                    <a:pt x="4171" y="23259"/>
                    <a:pt x="4008" y="23215"/>
                    <a:pt x="3845" y="23215"/>
                  </a:cubicBezTo>
                  <a:cubicBezTo>
                    <a:pt x="3638" y="23230"/>
                    <a:pt x="3461" y="23304"/>
                    <a:pt x="3328" y="23452"/>
                  </a:cubicBezTo>
                  <a:cubicBezTo>
                    <a:pt x="3195" y="23600"/>
                    <a:pt x="3121" y="23792"/>
                    <a:pt x="3136" y="23984"/>
                  </a:cubicBezTo>
                  <a:cubicBezTo>
                    <a:pt x="3136" y="24176"/>
                    <a:pt x="3210" y="24339"/>
                    <a:pt x="3343" y="24472"/>
                  </a:cubicBezTo>
                  <a:cubicBezTo>
                    <a:pt x="3357" y="24487"/>
                    <a:pt x="3357" y="24487"/>
                    <a:pt x="3372" y="24502"/>
                  </a:cubicBezTo>
                  <a:cubicBezTo>
                    <a:pt x="3505" y="24635"/>
                    <a:pt x="3697" y="24694"/>
                    <a:pt x="3890" y="24694"/>
                  </a:cubicBezTo>
                  <a:cubicBezTo>
                    <a:pt x="3964" y="24694"/>
                    <a:pt x="4038" y="24664"/>
                    <a:pt x="4111" y="24649"/>
                  </a:cubicBezTo>
                  <a:lnTo>
                    <a:pt x="4111" y="24649"/>
                  </a:lnTo>
                  <a:lnTo>
                    <a:pt x="1125" y="27621"/>
                  </a:lnTo>
                  <a:cubicBezTo>
                    <a:pt x="1006" y="27547"/>
                    <a:pt x="859" y="27518"/>
                    <a:pt x="711" y="27518"/>
                  </a:cubicBezTo>
                  <a:cubicBezTo>
                    <a:pt x="518" y="27518"/>
                    <a:pt x="341" y="27607"/>
                    <a:pt x="208" y="27754"/>
                  </a:cubicBezTo>
                  <a:cubicBezTo>
                    <a:pt x="60" y="27902"/>
                    <a:pt x="1" y="28080"/>
                    <a:pt x="1" y="28287"/>
                  </a:cubicBezTo>
                  <a:cubicBezTo>
                    <a:pt x="16" y="28479"/>
                    <a:pt x="90" y="28642"/>
                    <a:pt x="223" y="28775"/>
                  </a:cubicBezTo>
                  <a:cubicBezTo>
                    <a:pt x="223" y="28790"/>
                    <a:pt x="237" y="28790"/>
                    <a:pt x="237" y="28804"/>
                  </a:cubicBezTo>
                  <a:cubicBezTo>
                    <a:pt x="385" y="28937"/>
                    <a:pt x="578" y="28997"/>
                    <a:pt x="770" y="28997"/>
                  </a:cubicBezTo>
                  <a:cubicBezTo>
                    <a:pt x="962" y="28982"/>
                    <a:pt x="1154" y="28908"/>
                    <a:pt x="1287" y="28760"/>
                  </a:cubicBezTo>
                  <a:cubicBezTo>
                    <a:pt x="1420" y="28612"/>
                    <a:pt x="1494" y="28420"/>
                    <a:pt x="1480" y="28228"/>
                  </a:cubicBezTo>
                  <a:cubicBezTo>
                    <a:pt x="1480" y="28050"/>
                    <a:pt x="1406" y="27902"/>
                    <a:pt x="1302" y="27769"/>
                  </a:cubicBezTo>
                  <a:lnTo>
                    <a:pt x="4259" y="24812"/>
                  </a:lnTo>
                  <a:cubicBezTo>
                    <a:pt x="4392" y="24945"/>
                    <a:pt x="4585" y="25004"/>
                    <a:pt x="4762" y="25004"/>
                  </a:cubicBezTo>
                  <a:cubicBezTo>
                    <a:pt x="4969" y="24989"/>
                    <a:pt x="5147" y="24901"/>
                    <a:pt x="5280" y="24768"/>
                  </a:cubicBezTo>
                  <a:cubicBezTo>
                    <a:pt x="5413" y="24620"/>
                    <a:pt x="5487" y="24428"/>
                    <a:pt x="5472" y="24235"/>
                  </a:cubicBezTo>
                  <a:cubicBezTo>
                    <a:pt x="5472" y="24206"/>
                    <a:pt x="5472" y="24176"/>
                    <a:pt x="5457" y="24132"/>
                  </a:cubicBezTo>
                  <a:lnTo>
                    <a:pt x="5457" y="24132"/>
                  </a:lnTo>
                  <a:cubicBezTo>
                    <a:pt x="5487" y="24191"/>
                    <a:pt x="5531" y="24235"/>
                    <a:pt x="5561" y="24265"/>
                  </a:cubicBezTo>
                  <a:cubicBezTo>
                    <a:pt x="5575" y="24280"/>
                    <a:pt x="5575" y="24280"/>
                    <a:pt x="5590" y="24295"/>
                  </a:cubicBezTo>
                  <a:cubicBezTo>
                    <a:pt x="5725" y="24416"/>
                    <a:pt x="5886" y="24489"/>
                    <a:pt x="6071" y="24489"/>
                  </a:cubicBezTo>
                  <a:cubicBezTo>
                    <a:pt x="6088" y="24489"/>
                    <a:pt x="6105" y="24488"/>
                    <a:pt x="6122" y="24487"/>
                  </a:cubicBezTo>
                  <a:cubicBezTo>
                    <a:pt x="6315" y="24472"/>
                    <a:pt x="6492" y="24398"/>
                    <a:pt x="6625" y="24250"/>
                  </a:cubicBezTo>
                  <a:cubicBezTo>
                    <a:pt x="6729" y="24147"/>
                    <a:pt x="6788" y="24028"/>
                    <a:pt x="6817" y="23895"/>
                  </a:cubicBezTo>
                  <a:lnTo>
                    <a:pt x="11712" y="23895"/>
                  </a:lnTo>
                  <a:lnTo>
                    <a:pt x="12436" y="23171"/>
                  </a:lnTo>
                  <a:lnTo>
                    <a:pt x="12436" y="21382"/>
                  </a:lnTo>
                  <a:cubicBezTo>
                    <a:pt x="12584" y="21352"/>
                    <a:pt x="12717" y="21278"/>
                    <a:pt x="12821" y="21160"/>
                  </a:cubicBezTo>
                  <a:cubicBezTo>
                    <a:pt x="12954" y="21027"/>
                    <a:pt x="13028" y="20835"/>
                    <a:pt x="13013" y="20642"/>
                  </a:cubicBezTo>
                  <a:cubicBezTo>
                    <a:pt x="12998" y="20435"/>
                    <a:pt x="12909" y="20258"/>
                    <a:pt x="12776" y="20125"/>
                  </a:cubicBezTo>
                  <a:cubicBezTo>
                    <a:pt x="12641" y="20003"/>
                    <a:pt x="12468" y="19931"/>
                    <a:pt x="12293" y="19931"/>
                  </a:cubicBezTo>
                  <a:cubicBezTo>
                    <a:pt x="12276" y="19931"/>
                    <a:pt x="12260" y="19931"/>
                    <a:pt x="12244" y="19933"/>
                  </a:cubicBezTo>
                  <a:cubicBezTo>
                    <a:pt x="12052" y="19933"/>
                    <a:pt x="11859" y="20021"/>
                    <a:pt x="11726" y="20169"/>
                  </a:cubicBezTo>
                  <a:cubicBezTo>
                    <a:pt x="11593" y="20302"/>
                    <a:pt x="11534" y="20494"/>
                    <a:pt x="11534" y="20687"/>
                  </a:cubicBezTo>
                  <a:cubicBezTo>
                    <a:pt x="11549" y="20879"/>
                    <a:pt x="11623" y="21056"/>
                    <a:pt x="11756" y="21189"/>
                  </a:cubicBezTo>
                  <a:cubicBezTo>
                    <a:pt x="11756" y="21189"/>
                    <a:pt x="11771" y="21204"/>
                    <a:pt x="11771" y="21204"/>
                  </a:cubicBezTo>
                  <a:cubicBezTo>
                    <a:pt x="11904" y="21322"/>
                    <a:pt x="12052" y="21382"/>
                    <a:pt x="12214" y="21396"/>
                  </a:cubicBezTo>
                  <a:lnTo>
                    <a:pt x="12214" y="23082"/>
                  </a:lnTo>
                  <a:lnTo>
                    <a:pt x="11623" y="23673"/>
                  </a:lnTo>
                  <a:lnTo>
                    <a:pt x="6817" y="23673"/>
                  </a:lnTo>
                  <a:cubicBezTo>
                    <a:pt x="6803" y="23496"/>
                    <a:pt x="6729" y="23333"/>
                    <a:pt x="6596" y="23200"/>
                  </a:cubicBezTo>
                  <a:cubicBezTo>
                    <a:pt x="6448" y="23067"/>
                    <a:pt x="6255" y="23008"/>
                    <a:pt x="6063" y="23008"/>
                  </a:cubicBezTo>
                  <a:cubicBezTo>
                    <a:pt x="5856" y="23023"/>
                    <a:pt x="5679" y="23097"/>
                    <a:pt x="5546" y="23245"/>
                  </a:cubicBezTo>
                  <a:cubicBezTo>
                    <a:pt x="5413" y="23393"/>
                    <a:pt x="5339" y="23585"/>
                    <a:pt x="5354" y="23777"/>
                  </a:cubicBezTo>
                  <a:cubicBezTo>
                    <a:pt x="5354" y="23807"/>
                    <a:pt x="5354" y="23836"/>
                    <a:pt x="5368" y="23866"/>
                  </a:cubicBezTo>
                  <a:cubicBezTo>
                    <a:pt x="5324" y="23821"/>
                    <a:pt x="5294" y="23762"/>
                    <a:pt x="5235" y="23718"/>
                  </a:cubicBezTo>
                  <a:cubicBezTo>
                    <a:pt x="5113" y="23596"/>
                    <a:pt x="4942" y="23524"/>
                    <a:pt x="4755" y="23524"/>
                  </a:cubicBezTo>
                  <a:cubicBezTo>
                    <a:pt x="4738" y="23524"/>
                    <a:pt x="4720" y="23524"/>
                    <a:pt x="4703" y="23526"/>
                  </a:cubicBezTo>
                  <a:cubicBezTo>
                    <a:pt x="4629" y="23526"/>
                    <a:pt x="4570" y="23540"/>
                    <a:pt x="4496" y="23570"/>
                  </a:cubicBezTo>
                  <a:cubicBezTo>
                    <a:pt x="4481" y="23555"/>
                    <a:pt x="4466" y="23526"/>
                    <a:pt x="4452" y="23511"/>
                  </a:cubicBezTo>
                  <a:lnTo>
                    <a:pt x="9050" y="18927"/>
                  </a:lnTo>
                  <a:lnTo>
                    <a:pt x="14284" y="18927"/>
                  </a:lnTo>
                  <a:lnTo>
                    <a:pt x="22018" y="11194"/>
                  </a:lnTo>
                  <a:lnTo>
                    <a:pt x="22018" y="5930"/>
                  </a:lnTo>
                  <a:lnTo>
                    <a:pt x="27104" y="844"/>
                  </a:lnTo>
                  <a:lnTo>
                    <a:pt x="31407" y="844"/>
                  </a:lnTo>
                  <a:cubicBezTo>
                    <a:pt x="31436" y="991"/>
                    <a:pt x="31496" y="1139"/>
                    <a:pt x="31614" y="1258"/>
                  </a:cubicBezTo>
                  <a:cubicBezTo>
                    <a:pt x="31762" y="1405"/>
                    <a:pt x="31950" y="1479"/>
                    <a:pt x="32139" y="1479"/>
                  </a:cubicBezTo>
                  <a:cubicBezTo>
                    <a:pt x="32327" y="1479"/>
                    <a:pt x="32516" y="1405"/>
                    <a:pt x="32664" y="1258"/>
                  </a:cubicBezTo>
                  <a:cubicBezTo>
                    <a:pt x="32945" y="977"/>
                    <a:pt x="32945" y="504"/>
                    <a:pt x="32664" y="208"/>
                  </a:cubicBezTo>
                  <a:cubicBezTo>
                    <a:pt x="32516" y="75"/>
                    <a:pt x="32324" y="1"/>
                    <a:pt x="32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-186272" y="3843998"/>
              <a:ext cx="422565" cy="419160"/>
            </a:xfrm>
            <a:custGeom>
              <a:avLst/>
              <a:gdLst/>
              <a:ahLst/>
              <a:cxnLst/>
              <a:rect l="l" t="t" r="r" b="b"/>
              <a:pathLst>
                <a:path w="11046" h="10957" extrusionOk="0">
                  <a:moveTo>
                    <a:pt x="10232" y="0"/>
                  </a:moveTo>
                  <a:cubicBezTo>
                    <a:pt x="10040" y="0"/>
                    <a:pt x="9862" y="74"/>
                    <a:pt x="9715" y="207"/>
                  </a:cubicBezTo>
                  <a:cubicBezTo>
                    <a:pt x="9419" y="503"/>
                    <a:pt x="9419" y="962"/>
                    <a:pt x="9715" y="1257"/>
                  </a:cubicBezTo>
                  <a:cubicBezTo>
                    <a:pt x="9848" y="1390"/>
                    <a:pt x="10025" y="1464"/>
                    <a:pt x="10217" y="1464"/>
                  </a:cubicBezTo>
                  <a:lnTo>
                    <a:pt x="10217" y="4436"/>
                  </a:lnTo>
                  <a:lnTo>
                    <a:pt x="3918" y="10735"/>
                  </a:lnTo>
                  <a:lnTo>
                    <a:pt x="207" y="10735"/>
                  </a:lnTo>
                  <a:lnTo>
                    <a:pt x="207" y="7660"/>
                  </a:lnTo>
                  <a:lnTo>
                    <a:pt x="6417" y="1449"/>
                  </a:lnTo>
                  <a:cubicBezTo>
                    <a:pt x="6548" y="1535"/>
                    <a:pt x="6700" y="1579"/>
                    <a:pt x="6851" y="1579"/>
                  </a:cubicBezTo>
                  <a:cubicBezTo>
                    <a:pt x="7041" y="1579"/>
                    <a:pt x="7230" y="1509"/>
                    <a:pt x="7378" y="1361"/>
                  </a:cubicBezTo>
                  <a:cubicBezTo>
                    <a:pt x="7659" y="1080"/>
                    <a:pt x="7659" y="607"/>
                    <a:pt x="7378" y="326"/>
                  </a:cubicBezTo>
                  <a:cubicBezTo>
                    <a:pt x="7231" y="178"/>
                    <a:pt x="7038" y="104"/>
                    <a:pt x="6848" y="104"/>
                  </a:cubicBezTo>
                  <a:cubicBezTo>
                    <a:pt x="6658" y="104"/>
                    <a:pt x="6469" y="178"/>
                    <a:pt x="6329" y="326"/>
                  </a:cubicBezTo>
                  <a:cubicBezTo>
                    <a:pt x="6062" y="577"/>
                    <a:pt x="6048" y="1006"/>
                    <a:pt x="6269" y="1287"/>
                  </a:cubicBezTo>
                  <a:lnTo>
                    <a:pt x="0" y="7556"/>
                  </a:lnTo>
                  <a:lnTo>
                    <a:pt x="0" y="10957"/>
                  </a:lnTo>
                  <a:lnTo>
                    <a:pt x="4007" y="10957"/>
                  </a:lnTo>
                  <a:lnTo>
                    <a:pt x="10439" y="4525"/>
                  </a:lnTo>
                  <a:lnTo>
                    <a:pt x="10439" y="1435"/>
                  </a:lnTo>
                  <a:cubicBezTo>
                    <a:pt x="10557" y="1405"/>
                    <a:pt x="10661" y="1346"/>
                    <a:pt x="10750" y="1257"/>
                  </a:cubicBezTo>
                  <a:cubicBezTo>
                    <a:pt x="11045" y="962"/>
                    <a:pt x="11045" y="503"/>
                    <a:pt x="10750" y="207"/>
                  </a:cubicBezTo>
                  <a:cubicBezTo>
                    <a:pt x="10617" y="74"/>
                    <a:pt x="10424" y="0"/>
                    <a:pt x="1023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429129" y="3589452"/>
              <a:ext cx="483084" cy="398808"/>
            </a:xfrm>
            <a:custGeom>
              <a:avLst/>
              <a:gdLst/>
              <a:ahLst/>
              <a:cxnLst/>
              <a:rect l="l" t="t" r="r" b="b"/>
              <a:pathLst>
                <a:path w="12628" h="10425" extrusionOk="0">
                  <a:moveTo>
                    <a:pt x="11815" y="1"/>
                  </a:moveTo>
                  <a:cubicBezTo>
                    <a:pt x="11622" y="1"/>
                    <a:pt x="11430" y="75"/>
                    <a:pt x="11297" y="208"/>
                  </a:cubicBezTo>
                  <a:cubicBezTo>
                    <a:pt x="11001" y="503"/>
                    <a:pt x="11001" y="977"/>
                    <a:pt x="11297" y="1257"/>
                  </a:cubicBezTo>
                  <a:cubicBezTo>
                    <a:pt x="11415" y="1376"/>
                    <a:pt x="11563" y="1450"/>
                    <a:pt x="11726" y="1464"/>
                  </a:cubicBezTo>
                  <a:lnTo>
                    <a:pt x="11726" y="3475"/>
                  </a:lnTo>
                  <a:lnTo>
                    <a:pt x="6891" y="8310"/>
                  </a:lnTo>
                  <a:lnTo>
                    <a:pt x="2056" y="8310"/>
                  </a:lnTo>
                  <a:lnTo>
                    <a:pt x="1272" y="9109"/>
                  </a:lnTo>
                  <a:cubicBezTo>
                    <a:pt x="1137" y="9001"/>
                    <a:pt x="978" y="8948"/>
                    <a:pt x="819" y="8948"/>
                  </a:cubicBezTo>
                  <a:cubicBezTo>
                    <a:pt x="630" y="8948"/>
                    <a:pt x="441" y="9023"/>
                    <a:pt x="296" y="9168"/>
                  </a:cubicBezTo>
                  <a:cubicBezTo>
                    <a:pt x="0" y="9449"/>
                    <a:pt x="0" y="9922"/>
                    <a:pt x="296" y="10203"/>
                  </a:cubicBezTo>
                  <a:cubicBezTo>
                    <a:pt x="437" y="10351"/>
                    <a:pt x="625" y="10425"/>
                    <a:pt x="814" y="10425"/>
                  </a:cubicBezTo>
                  <a:cubicBezTo>
                    <a:pt x="1002" y="10425"/>
                    <a:pt x="1191" y="10351"/>
                    <a:pt x="1331" y="10203"/>
                  </a:cubicBezTo>
                  <a:cubicBezTo>
                    <a:pt x="1597" y="9952"/>
                    <a:pt x="1627" y="9553"/>
                    <a:pt x="1420" y="9257"/>
                  </a:cubicBezTo>
                  <a:lnTo>
                    <a:pt x="2144" y="8532"/>
                  </a:lnTo>
                  <a:lnTo>
                    <a:pt x="6994" y="8532"/>
                  </a:lnTo>
                  <a:lnTo>
                    <a:pt x="11948" y="3579"/>
                  </a:lnTo>
                  <a:lnTo>
                    <a:pt x="11948" y="1464"/>
                  </a:lnTo>
                  <a:cubicBezTo>
                    <a:pt x="12096" y="1435"/>
                    <a:pt x="12229" y="1376"/>
                    <a:pt x="12332" y="1257"/>
                  </a:cubicBezTo>
                  <a:cubicBezTo>
                    <a:pt x="12628" y="977"/>
                    <a:pt x="12628" y="503"/>
                    <a:pt x="12332" y="208"/>
                  </a:cubicBezTo>
                  <a:cubicBezTo>
                    <a:pt x="12184" y="75"/>
                    <a:pt x="12007" y="1"/>
                    <a:pt x="1181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349368" y="3896598"/>
              <a:ext cx="768199" cy="662424"/>
            </a:xfrm>
            <a:custGeom>
              <a:avLst/>
              <a:gdLst/>
              <a:ahLst/>
              <a:cxnLst/>
              <a:rect l="l" t="t" r="r" b="b"/>
              <a:pathLst>
                <a:path w="20081" h="17316" extrusionOk="0">
                  <a:moveTo>
                    <a:pt x="19282" y="1"/>
                  </a:moveTo>
                  <a:cubicBezTo>
                    <a:pt x="19090" y="1"/>
                    <a:pt x="18897" y="60"/>
                    <a:pt x="18750" y="208"/>
                  </a:cubicBezTo>
                  <a:cubicBezTo>
                    <a:pt x="18469" y="488"/>
                    <a:pt x="18469" y="947"/>
                    <a:pt x="18735" y="1228"/>
                  </a:cubicBezTo>
                  <a:lnTo>
                    <a:pt x="13663" y="6299"/>
                  </a:lnTo>
                  <a:lnTo>
                    <a:pt x="13663" y="8976"/>
                  </a:lnTo>
                  <a:lnTo>
                    <a:pt x="8798" y="13840"/>
                  </a:lnTo>
                  <a:lnTo>
                    <a:pt x="3165" y="14077"/>
                  </a:lnTo>
                  <a:lnTo>
                    <a:pt x="3121" y="14092"/>
                  </a:lnTo>
                  <a:lnTo>
                    <a:pt x="1228" y="15970"/>
                  </a:lnTo>
                  <a:cubicBezTo>
                    <a:pt x="1103" y="15884"/>
                    <a:pt x="956" y="15840"/>
                    <a:pt x="806" y="15840"/>
                  </a:cubicBezTo>
                  <a:cubicBezTo>
                    <a:pt x="619" y="15840"/>
                    <a:pt x="430" y="15910"/>
                    <a:pt x="282" y="16058"/>
                  </a:cubicBezTo>
                  <a:cubicBezTo>
                    <a:pt x="1" y="16339"/>
                    <a:pt x="1" y="16812"/>
                    <a:pt x="282" y="17093"/>
                  </a:cubicBezTo>
                  <a:cubicBezTo>
                    <a:pt x="429" y="17241"/>
                    <a:pt x="622" y="17315"/>
                    <a:pt x="812" y="17315"/>
                  </a:cubicBezTo>
                  <a:cubicBezTo>
                    <a:pt x="1002" y="17315"/>
                    <a:pt x="1191" y="17241"/>
                    <a:pt x="1331" y="17093"/>
                  </a:cubicBezTo>
                  <a:cubicBezTo>
                    <a:pt x="1598" y="16842"/>
                    <a:pt x="1612" y="16413"/>
                    <a:pt x="1391" y="16132"/>
                  </a:cubicBezTo>
                  <a:lnTo>
                    <a:pt x="3224" y="14299"/>
                  </a:lnTo>
                  <a:lnTo>
                    <a:pt x="8843" y="14062"/>
                  </a:lnTo>
                  <a:lnTo>
                    <a:pt x="8887" y="14062"/>
                  </a:lnTo>
                  <a:lnTo>
                    <a:pt x="13885" y="9064"/>
                  </a:lnTo>
                  <a:lnTo>
                    <a:pt x="13885" y="6388"/>
                  </a:lnTo>
                  <a:lnTo>
                    <a:pt x="18912" y="1376"/>
                  </a:lnTo>
                  <a:cubicBezTo>
                    <a:pt x="19024" y="1440"/>
                    <a:pt x="19150" y="1472"/>
                    <a:pt x="19276" y="1472"/>
                  </a:cubicBezTo>
                  <a:cubicBezTo>
                    <a:pt x="19467" y="1472"/>
                    <a:pt x="19657" y="1400"/>
                    <a:pt x="19799" y="1257"/>
                  </a:cubicBezTo>
                  <a:cubicBezTo>
                    <a:pt x="20080" y="962"/>
                    <a:pt x="20080" y="503"/>
                    <a:pt x="19799" y="208"/>
                  </a:cubicBezTo>
                  <a:cubicBezTo>
                    <a:pt x="19651" y="60"/>
                    <a:pt x="19459" y="1"/>
                    <a:pt x="1928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56950" y="4814630"/>
              <a:ext cx="246094" cy="246668"/>
            </a:xfrm>
            <a:custGeom>
              <a:avLst/>
              <a:gdLst/>
              <a:ahLst/>
              <a:cxnLst/>
              <a:rect l="l" t="t" r="r" b="b"/>
              <a:pathLst>
                <a:path w="6433" h="6448" extrusionOk="0">
                  <a:moveTo>
                    <a:pt x="5619" y="1"/>
                  </a:moveTo>
                  <a:cubicBezTo>
                    <a:pt x="5441" y="1"/>
                    <a:pt x="5249" y="74"/>
                    <a:pt x="5101" y="208"/>
                  </a:cubicBezTo>
                  <a:cubicBezTo>
                    <a:pt x="4835" y="474"/>
                    <a:pt x="4820" y="888"/>
                    <a:pt x="5042" y="1183"/>
                  </a:cubicBezTo>
                  <a:lnTo>
                    <a:pt x="1139" y="5087"/>
                  </a:lnTo>
                  <a:cubicBezTo>
                    <a:pt x="1023" y="5010"/>
                    <a:pt x="895" y="4966"/>
                    <a:pt x="766" y="4966"/>
                  </a:cubicBezTo>
                  <a:cubicBezTo>
                    <a:pt x="747" y="4966"/>
                    <a:pt x="729" y="4967"/>
                    <a:pt x="710" y="4969"/>
                  </a:cubicBezTo>
                  <a:cubicBezTo>
                    <a:pt x="518" y="4969"/>
                    <a:pt x="325" y="5057"/>
                    <a:pt x="192" y="5205"/>
                  </a:cubicBezTo>
                  <a:cubicBezTo>
                    <a:pt x="59" y="5353"/>
                    <a:pt x="0" y="5531"/>
                    <a:pt x="0" y="5738"/>
                  </a:cubicBezTo>
                  <a:cubicBezTo>
                    <a:pt x="15" y="5915"/>
                    <a:pt x="89" y="6092"/>
                    <a:pt x="222" y="6226"/>
                  </a:cubicBezTo>
                  <a:cubicBezTo>
                    <a:pt x="222" y="6226"/>
                    <a:pt x="237" y="6240"/>
                    <a:pt x="237" y="6240"/>
                  </a:cubicBezTo>
                  <a:cubicBezTo>
                    <a:pt x="385" y="6373"/>
                    <a:pt x="577" y="6447"/>
                    <a:pt x="769" y="6447"/>
                  </a:cubicBezTo>
                  <a:cubicBezTo>
                    <a:pt x="961" y="6433"/>
                    <a:pt x="1153" y="6344"/>
                    <a:pt x="1287" y="6211"/>
                  </a:cubicBezTo>
                  <a:cubicBezTo>
                    <a:pt x="1420" y="6063"/>
                    <a:pt x="1479" y="5871"/>
                    <a:pt x="1479" y="5678"/>
                  </a:cubicBezTo>
                  <a:cubicBezTo>
                    <a:pt x="1464" y="5516"/>
                    <a:pt x="1405" y="5353"/>
                    <a:pt x="1301" y="5235"/>
                  </a:cubicBezTo>
                  <a:lnTo>
                    <a:pt x="5190" y="1331"/>
                  </a:lnTo>
                  <a:cubicBezTo>
                    <a:pt x="5324" y="1425"/>
                    <a:pt x="5479" y="1473"/>
                    <a:pt x="5634" y="1473"/>
                  </a:cubicBezTo>
                  <a:cubicBezTo>
                    <a:pt x="5820" y="1473"/>
                    <a:pt x="6006" y="1403"/>
                    <a:pt x="6151" y="1257"/>
                  </a:cubicBezTo>
                  <a:cubicBezTo>
                    <a:pt x="6432" y="976"/>
                    <a:pt x="6432" y="503"/>
                    <a:pt x="6151" y="208"/>
                  </a:cubicBezTo>
                  <a:cubicBezTo>
                    <a:pt x="6003" y="74"/>
                    <a:pt x="5811" y="1"/>
                    <a:pt x="561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-483816" y="4384190"/>
              <a:ext cx="493834" cy="334961"/>
            </a:xfrm>
            <a:custGeom>
              <a:avLst/>
              <a:gdLst/>
              <a:ahLst/>
              <a:cxnLst/>
              <a:rect l="l" t="t" r="r" b="b"/>
              <a:pathLst>
                <a:path w="12909" h="8756" extrusionOk="0">
                  <a:moveTo>
                    <a:pt x="12125" y="0"/>
                  </a:moveTo>
                  <a:cubicBezTo>
                    <a:pt x="11711" y="15"/>
                    <a:pt x="11401" y="355"/>
                    <a:pt x="11415" y="769"/>
                  </a:cubicBezTo>
                  <a:cubicBezTo>
                    <a:pt x="11415" y="947"/>
                    <a:pt x="11489" y="1124"/>
                    <a:pt x="11622" y="1257"/>
                  </a:cubicBezTo>
                  <a:cubicBezTo>
                    <a:pt x="11637" y="1272"/>
                    <a:pt x="11637" y="1272"/>
                    <a:pt x="11652" y="1287"/>
                  </a:cubicBezTo>
                  <a:cubicBezTo>
                    <a:pt x="11770" y="1390"/>
                    <a:pt x="11903" y="1449"/>
                    <a:pt x="12051" y="1464"/>
                  </a:cubicBezTo>
                  <a:lnTo>
                    <a:pt x="12051" y="3519"/>
                  </a:lnTo>
                  <a:lnTo>
                    <a:pt x="10750" y="4821"/>
                  </a:lnTo>
                  <a:lnTo>
                    <a:pt x="3712" y="4821"/>
                  </a:lnTo>
                  <a:lnTo>
                    <a:pt x="1139" y="7393"/>
                  </a:lnTo>
                  <a:cubicBezTo>
                    <a:pt x="1006" y="7319"/>
                    <a:pt x="873" y="7275"/>
                    <a:pt x="725" y="7275"/>
                  </a:cubicBezTo>
                  <a:cubicBezTo>
                    <a:pt x="518" y="7290"/>
                    <a:pt x="341" y="7379"/>
                    <a:pt x="208" y="7512"/>
                  </a:cubicBezTo>
                  <a:cubicBezTo>
                    <a:pt x="74" y="7659"/>
                    <a:pt x="1" y="7852"/>
                    <a:pt x="15" y="8044"/>
                  </a:cubicBezTo>
                  <a:cubicBezTo>
                    <a:pt x="15" y="8236"/>
                    <a:pt x="89" y="8414"/>
                    <a:pt x="222" y="8547"/>
                  </a:cubicBezTo>
                  <a:cubicBezTo>
                    <a:pt x="237" y="8547"/>
                    <a:pt x="237" y="8547"/>
                    <a:pt x="252" y="8561"/>
                  </a:cubicBezTo>
                  <a:cubicBezTo>
                    <a:pt x="374" y="8683"/>
                    <a:pt x="545" y="8756"/>
                    <a:pt x="721" y="8756"/>
                  </a:cubicBezTo>
                  <a:cubicBezTo>
                    <a:pt x="737" y="8756"/>
                    <a:pt x="753" y="8755"/>
                    <a:pt x="769" y="8754"/>
                  </a:cubicBezTo>
                  <a:cubicBezTo>
                    <a:pt x="976" y="8754"/>
                    <a:pt x="1154" y="8665"/>
                    <a:pt x="1287" y="8517"/>
                  </a:cubicBezTo>
                  <a:cubicBezTo>
                    <a:pt x="1420" y="8369"/>
                    <a:pt x="1494" y="8192"/>
                    <a:pt x="1479" y="7985"/>
                  </a:cubicBezTo>
                  <a:cubicBezTo>
                    <a:pt x="1479" y="7822"/>
                    <a:pt x="1405" y="7659"/>
                    <a:pt x="1302" y="7541"/>
                  </a:cubicBezTo>
                  <a:lnTo>
                    <a:pt x="3801" y="5042"/>
                  </a:lnTo>
                  <a:lnTo>
                    <a:pt x="10854" y="5042"/>
                  </a:lnTo>
                  <a:lnTo>
                    <a:pt x="12273" y="3623"/>
                  </a:lnTo>
                  <a:lnTo>
                    <a:pt x="12273" y="1464"/>
                  </a:lnTo>
                  <a:cubicBezTo>
                    <a:pt x="12628" y="1405"/>
                    <a:pt x="12909" y="1080"/>
                    <a:pt x="12894" y="710"/>
                  </a:cubicBezTo>
                  <a:cubicBezTo>
                    <a:pt x="12879" y="311"/>
                    <a:pt x="12539" y="0"/>
                    <a:pt x="1215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-370123" y="4637014"/>
              <a:ext cx="609823" cy="376773"/>
            </a:xfrm>
            <a:custGeom>
              <a:avLst/>
              <a:gdLst/>
              <a:ahLst/>
              <a:cxnLst/>
              <a:rect l="l" t="t" r="r" b="b"/>
              <a:pathLst>
                <a:path w="15941" h="9849" extrusionOk="0">
                  <a:moveTo>
                    <a:pt x="15156" y="1"/>
                  </a:moveTo>
                  <a:cubicBezTo>
                    <a:pt x="14757" y="15"/>
                    <a:pt x="14432" y="356"/>
                    <a:pt x="14447" y="755"/>
                  </a:cubicBezTo>
                  <a:cubicBezTo>
                    <a:pt x="14461" y="903"/>
                    <a:pt x="14506" y="1036"/>
                    <a:pt x="14595" y="1154"/>
                  </a:cubicBezTo>
                  <a:lnTo>
                    <a:pt x="9567" y="6166"/>
                  </a:lnTo>
                  <a:lnTo>
                    <a:pt x="3461" y="6166"/>
                  </a:lnTo>
                  <a:lnTo>
                    <a:pt x="1139" y="8488"/>
                  </a:lnTo>
                  <a:cubicBezTo>
                    <a:pt x="1036" y="8410"/>
                    <a:pt x="910" y="8367"/>
                    <a:pt x="772" y="8367"/>
                  </a:cubicBezTo>
                  <a:cubicBezTo>
                    <a:pt x="751" y="8367"/>
                    <a:pt x="731" y="8368"/>
                    <a:pt x="710" y="8370"/>
                  </a:cubicBezTo>
                  <a:cubicBezTo>
                    <a:pt x="518" y="8370"/>
                    <a:pt x="341" y="8458"/>
                    <a:pt x="208" y="8606"/>
                  </a:cubicBezTo>
                  <a:cubicBezTo>
                    <a:pt x="60" y="8754"/>
                    <a:pt x="1" y="8932"/>
                    <a:pt x="1" y="9139"/>
                  </a:cubicBezTo>
                  <a:cubicBezTo>
                    <a:pt x="15" y="9316"/>
                    <a:pt x="89" y="9493"/>
                    <a:pt x="222" y="9626"/>
                  </a:cubicBezTo>
                  <a:cubicBezTo>
                    <a:pt x="222" y="9641"/>
                    <a:pt x="237" y="9641"/>
                    <a:pt x="237" y="9641"/>
                  </a:cubicBezTo>
                  <a:cubicBezTo>
                    <a:pt x="385" y="9789"/>
                    <a:pt x="577" y="9848"/>
                    <a:pt x="769" y="9848"/>
                  </a:cubicBezTo>
                  <a:cubicBezTo>
                    <a:pt x="962" y="9833"/>
                    <a:pt x="1154" y="9760"/>
                    <a:pt x="1287" y="9612"/>
                  </a:cubicBezTo>
                  <a:cubicBezTo>
                    <a:pt x="1420" y="9464"/>
                    <a:pt x="1494" y="9272"/>
                    <a:pt x="1479" y="9079"/>
                  </a:cubicBezTo>
                  <a:cubicBezTo>
                    <a:pt x="1479" y="8917"/>
                    <a:pt x="1405" y="8754"/>
                    <a:pt x="1302" y="8636"/>
                  </a:cubicBezTo>
                  <a:lnTo>
                    <a:pt x="3549" y="6388"/>
                  </a:lnTo>
                  <a:lnTo>
                    <a:pt x="9656" y="6388"/>
                  </a:lnTo>
                  <a:lnTo>
                    <a:pt x="14742" y="1317"/>
                  </a:lnTo>
                  <a:cubicBezTo>
                    <a:pt x="14862" y="1410"/>
                    <a:pt x="15017" y="1467"/>
                    <a:pt x="15165" y="1467"/>
                  </a:cubicBezTo>
                  <a:cubicBezTo>
                    <a:pt x="15182" y="1467"/>
                    <a:pt x="15199" y="1466"/>
                    <a:pt x="15216" y="1464"/>
                  </a:cubicBezTo>
                  <a:cubicBezTo>
                    <a:pt x="15630" y="1450"/>
                    <a:pt x="15940" y="1110"/>
                    <a:pt x="15925" y="710"/>
                  </a:cubicBezTo>
                  <a:cubicBezTo>
                    <a:pt x="15911" y="311"/>
                    <a:pt x="15585" y="1"/>
                    <a:pt x="151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-444796" y="3627936"/>
              <a:ext cx="1311764" cy="1137551"/>
            </a:xfrm>
            <a:custGeom>
              <a:avLst/>
              <a:gdLst/>
              <a:ahLst/>
              <a:cxnLst/>
              <a:rect l="l" t="t" r="r" b="b"/>
              <a:pathLst>
                <a:path w="34290" h="29736" extrusionOk="0">
                  <a:moveTo>
                    <a:pt x="33477" y="0"/>
                  </a:moveTo>
                  <a:cubicBezTo>
                    <a:pt x="33285" y="0"/>
                    <a:pt x="33107" y="59"/>
                    <a:pt x="32959" y="207"/>
                  </a:cubicBezTo>
                  <a:cubicBezTo>
                    <a:pt x="32708" y="458"/>
                    <a:pt x="32678" y="843"/>
                    <a:pt x="32856" y="1124"/>
                  </a:cubicBezTo>
                  <a:lnTo>
                    <a:pt x="28908" y="5072"/>
                  </a:lnTo>
                  <a:lnTo>
                    <a:pt x="24073" y="5072"/>
                  </a:lnTo>
                  <a:lnTo>
                    <a:pt x="21160" y="7999"/>
                  </a:lnTo>
                  <a:lnTo>
                    <a:pt x="21160" y="10779"/>
                  </a:lnTo>
                  <a:lnTo>
                    <a:pt x="18277" y="13722"/>
                  </a:lnTo>
                  <a:lnTo>
                    <a:pt x="13471" y="18542"/>
                  </a:lnTo>
                  <a:lnTo>
                    <a:pt x="13471" y="23865"/>
                  </a:lnTo>
                  <a:lnTo>
                    <a:pt x="11046" y="26290"/>
                  </a:lnTo>
                  <a:lnTo>
                    <a:pt x="3298" y="26290"/>
                  </a:lnTo>
                  <a:lnTo>
                    <a:pt x="1184" y="28404"/>
                  </a:lnTo>
                  <a:cubicBezTo>
                    <a:pt x="1064" y="28311"/>
                    <a:pt x="921" y="28254"/>
                    <a:pt x="775" y="28254"/>
                  </a:cubicBezTo>
                  <a:cubicBezTo>
                    <a:pt x="759" y="28254"/>
                    <a:pt x="742" y="28255"/>
                    <a:pt x="725" y="28257"/>
                  </a:cubicBezTo>
                  <a:cubicBezTo>
                    <a:pt x="518" y="28257"/>
                    <a:pt x="341" y="28345"/>
                    <a:pt x="208" y="28493"/>
                  </a:cubicBezTo>
                  <a:cubicBezTo>
                    <a:pt x="75" y="28641"/>
                    <a:pt x="1" y="28818"/>
                    <a:pt x="16" y="29025"/>
                  </a:cubicBezTo>
                  <a:cubicBezTo>
                    <a:pt x="16" y="29203"/>
                    <a:pt x="90" y="29380"/>
                    <a:pt x="223" y="29513"/>
                  </a:cubicBezTo>
                  <a:cubicBezTo>
                    <a:pt x="237" y="29513"/>
                    <a:pt x="237" y="29528"/>
                    <a:pt x="252" y="29528"/>
                  </a:cubicBezTo>
                  <a:cubicBezTo>
                    <a:pt x="385" y="29661"/>
                    <a:pt x="577" y="29735"/>
                    <a:pt x="770" y="29735"/>
                  </a:cubicBezTo>
                  <a:cubicBezTo>
                    <a:pt x="977" y="29720"/>
                    <a:pt x="1154" y="29632"/>
                    <a:pt x="1287" y="29499"/>
                  </a:cubicBezTo>
                  <a:cubicBezTo>
                    <a:pt x="1420" y="29351"/>
                    <a:pt x="1494" y="29158"/>
                    <a:pt x="1479" y="28966"/>
                  </a:cubicBezTo>
                  <a:cubicBezTo>
                    <a:pt x="1479" y="28818"/>
                    <a:pt x="1435" y="28671"/>
                    <a:pt x="1346" y="28552"/>
                  </a:cubicBezTo>
                  <a:lnTo>
                    <a:pt x="3387" y="26512"/>
                  </a:lnTo>
                  <a:lnTo>
                    <a:pt x="11135" y="26512"/>
                  </a:lnTo>
                  <a:lnTo>
                    <a:pt x="13678" y="23954"/>
                  </a:lnTo>
                  <a:lnTo>
                    <a:pt x="13678" y="18631"/>
                  </a:lnTo>
                  <a:lnTo>
                    <a:pt x="18424" y="13884"/>
                  </a:lnTo>
                  <a:lnTo>
                    <a:pt x="21352" y="10912"/>
                  </a:lnTo>
                  <a:lnTo>
                    <a:pt x="21382" y="10883"/>
                  </a:lnTo>
                  <a:lnTo>
                    <a:pt x="21382" y="8088"/>
                  </a:lnTo>
                  <a:lnTo>
                    <a:pt x="24161" y="5294"/>
                  </a:lnTo>
                  <a:lnTo>
                    <a:pt x="28997" y="5294"/>
                  </a:lnTo>
                  <a:lnTo>
                    <a:pt x="33004" y="1301"/>
                  </a:lnTo>
                  <a:cubicBezTo>
                    <a:pt x="33143" y="1413"/>
                    <a:pt x="33311" y="1468"/>
                    <a:pt x="33479" y="1468"/>
                  </a:cubicBezTo>
                  <a:cubicBezTo>
                    <a:pt x="33667" y="1468"/>
                    <a:pt x="33853" y="1398"/>
                    <a:pt x="33994" y="1257"/>
                  </a:cubicBezTo>
                  <a:cubicBezTo>
                    <a:pt x="34290" y="961"/>
                    <a:pt x="34290" y="503"/>
                    <a:pt x="33994" y="207"/>
                  </a:cubicBezTo>
                  <a:cubicBezTo>
                    <a:pt x="33861" y="59"/>
                    <a:pt x="33669" y="0"/>
                    <a:pt x="3347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-303369" y="4423783"/>
              <a:ext cx="168016" cy="56579"/>
            </a:xfrm>
            <a:custGeom>
              <a:avLst/>
              <a:gdLst/>
              <a:ahLst/>
              <a:cxnLst/>
              <a:rect l="l" t="t" r="r" b="b"/>
              <a:pathLst>
                <a:path w="4392" h="1479" extrusionOk="0">
                  <a:moveTo>
                    <a:pt x="725" y="0"/>
                  </a:moveTo>
                  <a:cubicBezTo>
                    <a:pt x="311" y="15"/>
                    <a:pt x="0" y="355"/>
                    <a:pt x="15" y="769"/>
                  </a:cubicBezTo>
                  <a:cubicBezTo>
                    <a:pt x="15" y="961"/>
                    <a:pt x="89" y="1124"/>
                    <a:pt x="222" y="1257"/>
                  </a:cubicBezTo>
                  <a:cubicBezTo>
                    <a:pt x="237" y="1272"/>
                    <a:pt x="237" y="1272"/>
                    <a:pt x="252" y="1287"/>
                  </a:cubicBezTo>
                  <a:cubicBezTo>
                    <a:pt x="400" y="1420"/>
                    <a:pt x="577" y="1479"/>
                    <a:pt x="784" y="1479"/>
                  </a:cubicBezTo>
                  <a:cubicBezTo>
                    <a:pt x="1124" y="1464"/>
                    <a:pt x="1405" y="1213"/>
                    <a:pt x="1464" y="887"/>
                  </a:cubicBezTo>
                  <a:lnTo>
                    <a:pt x="2913" y="887"/>
                  </a:lnTo>
                  <a:cubicBezTo>
                    <a:pt x="2943" y="1035"/>
                    <a:pt x="3017" y="1168"/>
                    <a:pt x="3105" y="1257"/>
                  </a:cubicBezTo>
                  <a:cubicBezTo>
                    <a:pt x="3253" y="1405"/>
                    <a:pt x="3446" y="1479"/>
                    <a:pt x="3667" y="1479"/>
                  </a:cubicBezTo>
                  <a:cubicBezTo>
                    <a:pt x="4067" y="1464"/>
                    <a:pt x="4392" y="1124"/>
                    <a:pt x="4377" y="710"/>
                  </a:cubicBezTo>
                  <a:cubicBezTo>
                    <a:pt x="4362" y="311"/>
                    <a:pt x="4022" y="0"/>
                    <a:pt x="3638" y="0"/>
                  </a:cubicBezTo>
                  <a:lnTo>
                    <a:pt x="3608" y="0"/>
                  </a:lnTo>
                  <a:cubicBezTo>
                    <a:pt x="3224" y="15"/>
                    <a:pt x="2928" y="311"/>
                    <a:pt x="2898" y="666"/>
                  </a:cubicBezTo>
                  <a:lnTo>
                    <a:pt x="1479" y="666"/>
                  </a:lnTo>
                  <a:cubicBezTo>
                    <a:pt x="1464" y="488"/>
                    <a:pt x="1390" y="326"/>
                    <a:pt x="1257" y="192"/>
                  </a:cubicBezTo>
                  <a:cubicBezTo>
                    <a:pt x="1109" y="59"/>
                    <a:pt x="917" y="0"/>
                    <a:pt x="72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348259" y="4185649"/>
              <a:ext cx="467820" cy="177656"/>
            </a:xfrm>
            <a:custGeom>
              <a:avLst/>
              <a:gdLst/>
              <a:ahLst/>
              <a:cxnLst/>
              <a:rect l="l" t="t" r="r" b="b"/>
              <a:pathLst>
                <a:path w="12229" h="4644" extrusionOk="0">
                  <a:moveTo>
                    <a:pt x="11459" y="0"/>
                  </a:moveTo>
                  <a:cubicBezTo>
                    <a:pt x="11267" y="0"/>
                    <a:pt x="11075" y="89"/>
                    <a:pt x="10942" y="237"/>
                  </a:cubicBezTo>
                  <a:cubicBezTo>
                    <a:pt x="10809" y="385"/>
                    <a:pt x="10735" y="562"/>
                    <a:pt x="10750" y="769"/>
                  </a:cubicBezTo>
                  <a:cubicBezTo>
                    <a:pt x="10750" y="917"/>
                    <a:pt x="10809" y="1050"/>
                    <a:pt x="10897" y="1168"/>
                  </a:cubicBezTo>
                  <a:lnTo>
                    <a:pt x="8783" y="3283"/>
                  </a:lnTo>
                  <a:cubicBezTo>
                    <a:pt x="8650" y="3179"/>
                    <a:pt x="8487" y="3135"/>
                    <a:pt x="8310" y="3135"/>
                  </a:cubicBezTo>
                  <a:cubicBezTo>
                    <a:pt x="8118" y="3150"/>
                    <a:pt x="7940" y="3224"/>
                    <a:pt x="7807" y="3372"/>
                  </a:cubicBezTo>
                  <a:cubicBezTo>
                    <a:pt x="7704" y="3490"/>
                    <a:pt x="7630" y="3623"/>
                    <a:pt x="7615" y="3771"/>
                  </a:cubicBezTo>
                  <a:lnTo>
                    <a:pt x="1479" y="3771"/>
                  </a:lnTo>
                  <a:cubicBezTo>
                    <a:pt x="1421" y="3425"/>
                    <a:pt x="1111" y="3164"/>
                    <a:pt x="754" y="3164"/>
                  </a:cubicBezTo>
                  <a:cubicBezTo>
                    <a:pt x="744" y="3164"/>
                    <a:pt x="734" y="3164"/>
                    <a:pt x="725" y="3165"/>
                  </a:cubicBezTo>
                  <a:cubicBezTo>
                    <a:pt x="325" y="3179"/>
                    <a:pt x="0" y="3519"/>
                    <a:pt x="15" y="3933"/>
                  </a:cubicBezTo>
                  <a:cubicBezTo>
                    <a:pt x="30" y="4126"/>
                    <a:pt x="104" y="4288"/>
                    <a:pt x="237" y="4421"/>
                  </a:cubicBezTo>
                  <a:cubicBezTo>
                    <a:pt x="370" y="4554"/>
                    <a:pt x="577" y="4643"/>
                    <a:pt x="784" y="4643"/>
                  </a:cubicBezTo>
                  <a:cubicBezTo>
                    <a:pt x="1153" y="4628"/>
                    <a:pt x="1449" y="4347"/>
                    <a:pt x="1493" y="3993"/>
                  </a:cubicBezTo>
                  <a:lnTo>
                    <a:pt x="7615" y="3993"/>
                  </a:lnTo>
                  <a:cubicBezTo>
                    <a:pt x="7645" y="4140"/>
                    <a:pt x="7704" y="4288"/>
                    <a:pt x="7822" y="4392"/>
                  </a:cubicBezTo>
                  <a:cubicBezTo>
                    <a:pt x="7822" y="4407"/>
                    <a:pt x="7837" y="4407"/>
                    <a:pt x="7837" y="4421"/>
                  </a:cubicBezTo>
                  <a:cubicBezTo>
                    <a:pt x="7972" y="4543"/>
                    <a:pt x="8145" y="4615"/>
                    <a:pt x="8320" y="4615"/>
                  </a:cubicBezTo>
                  <a:cubicBezTo>
                    <a:pt x="8337" y="4615"/>
                    <a:pt x="8353" y="4615"/>
                    <a:pt x="8369" y="4614"/>
                  </a:cubicBezTo>
                  <a:cubicBezTo>
                    <a:pt x="8576" y="4599"/>
                    <a:pt x="8753" y="4525"/>
                    <a:pt x="8887" y="4377"/>
                  </a:cubicBezTo>
                  <a:cubicBezTo>
                    <a:pt x="9020" y="4229"/>
                    <a:pt x="9094" y="4037"/>
                    <a:pt x="9079" y="3845"/>
                  </a:cubicBezTo>
                  <a:cubicBezTo>
                    <a:pt x="9079" y="3697"/>
                    <a:pt x="9034" y="3564"/>
                    <a:pt x="8946" y="3431"/>
                  </a:cubicBezTo>
                  <a:lnTo>
                    <a:pt x="11045" y="1331"/>
                  </a:lnTo>
                  <a:cubicBezTo>
                    <a:pt x="11178" y="1420"/>
                    <a:pt x="11341" y="1479"/>
                    <a:pt x="11518" y="1479"/>
                  </a:cubicBezTo>
                  <a:cubicBezTo>
                    <a:pt x="11711" y="1464"/>
                    <a:pt x="11888" y="1375"/>
                    <a:pt x="12021" y="1242"/>
                  </a:cubicBezTo>
                  <a:cubicBezTo>
                    <a:pt x="12169" y="1094"/>
                    <a:pt x="12228" y="902"/>
                    <a:pt x="12228" y="710"/>
                  </a:cubicBezTo>
                  <a:cubicBezTo>
                    <a:pt x="12213" y="503"/>
                    <a:pt x="12125" y="326"/>
                    <a:pt x="11992" y="192"/>
                  </a:cubicBezTo>
                  <a:cubicBezTo>
                    <a:pt x="11844" y="59"/>
                    <a:pt x="11666" y="0"/>
                    <a:pt x="114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335214" y="4123983"/>
              <a:ext cx="665828" cy="554391"/>
            </a:xfrm>
            <a:custGeom>
              <a:avLst/>
              <a:gdLst/>
              <a:ahLst/>
              <a:cxnLst/>
              <a:rect l="l" t="t" r="r" b="b"/>
              <a:pathLst>
                <a:path w="17405" h="14492" extrusionOk="0">
                  <a:moveTo>
                    <a:pt x="16591" y="1"/>
                  </a:moveTo>
                  <a:cubicBezTo>
                    <a:pt x="16414" y="1"/>
                    <a:pt x="16221" y="75"/>
                    <a:pt x="16074" y="208"/>
                  </a:cubicBezTo>
                  <a:cubicBezTo>
                    <a:pt x="15793" y="503"/>
                    <a:pt x="15793" y="962"/>
                    <a:pt x="16074" y="1257"/>
                  </a:cubicBezTo>
                  <a:cubicBezTo>
                    <a:pt x="16192" y="1376"/>
                    <a:pt x="16340" y="1435"/>
                    <a:pt x="16488" y="1464"/>
                  </a:cubicBezTo>
                  <a:lnTo>
                    <a:pt x="16488" y="3313"/>
                  </a:lnTo>
                  <a:lnTo>
                    <a:pt x="11179" y="8621"/>
                  </a:lnTo>
                  <a:cubicBezTo>
                    <a:pt x="11058" y="8538"/>
                    <a:pt x="10914" y="8496"/>
                    <a:pt x="10769" y="8496"/>
                  </a:cubicBezTo>
                  <a:cubicBezTo>
                    <a:pt x="10580" y="8496"/>
                    <a:pt x="10390" y="8567"/>
                    <a:pt x="10248" y="8710"/>
                  </a:cubicBezTo>
                  <a:cubicBezTo>
                    <a:pt x="10115" y="8843"/>
                    <a:pt x="10041" y="9020"/>
                    <a:pt x="10041" y="9198"/>
                  </a:cubicBezTo>
                  <a:lnTo>
                    <a:pt x="5058" y="9272"/>
                  </a:lnTo>
                  <a:lnTo>
                    <a:pt x="1184" y="13160"/>
                  </a:lnTo>
                  <a:cubicBezTo>
                    <a:pt x="1064" y="13067"/>
                    <a:pt x="921" y="13010"/>
                    <a:pt x="765" y="13010"/>
                  </a:cubicBezTo>
                  <a:cubicBezTo>
                    <a:pt x="747" y="13010"/>
                    <a:pt x="729" y="13011"/>
                    <a:pt x="711" y="13012"/>
                  </a:cubicBezTo>
                  <a:cubicBezTo>
                    <a:pt x="518" y="13012"/>
                    <a:pt x="326" y="13101"/>
                    <a:pt x="193" y="13249"/>
                  </a:cubicBezTo>
                  <a:cubicBezTo>
                    <a:pt x="60" y="13397"/>
                    <a:pt x="1" y="13574"/>
                    <a:pt x="1" y="13781"/>
                  </a:cubicBezTo>
                  <a:cubicBezTo>
                    <a:pt x="16" y="13959"/>
                    <a:pt x="90" y="14136"/>
                    <a:pt x="223" y="14269"/>
                  </a:cubicBezTo>
                  <a:cubicBezTo>
                    <a:pt x="223" y="14269"/>
                    <a:pt x="238" y="14284"/>
                    <a:pt x="238" y="14284"/>
                  </a:cubicBezTo>
                  <a:cubicBezTo>
                    <a:pt x="385" y="14417"/>
                    <a:pt x="578" y="14491"/>
                    <a:pt x="770" y="14491"/>
                  </a:cubicBezTo>
                  <a:cubicBezTo>
                    <a:pt x="1184" y="14476"/>
                    <a:pt x="1494" y="14121"/>
                    <a:pt x="1480" y="13722"/>
                  </a:cubicBezTo>
                  <a:cubicBezTo>
                    <a:pt x="1480" y="13574"/>
                    <a:pt x="1420" y="13426"/>
                    <a:pt x="1347" y="13308"/>
                  </a:cubicBezTo>
                  <a:lnTo>
                    <a:pt x="5161" y="9493"/>
                  </a:lnTo>
                  <a:lnTo>
                    <a:pt x="10070" y="9419"/>
                  </a:lnTo>
                  <a:cubicBezTo>
                    <a:pt x="10100" y="9538"/>
                    <a:pt x="10159" y="9656"/>
                    <a:pt x="10248" y="9759"/>
                  </a:cubicBezTo>
                  <a:cubicBezTo>
                    <a:pt x="10396" y="9900"/>
                    <a:pt x="10584" y="9970"/>
                    <a:pt x="10773" y="9970"/>
                  </a:cubicBezTo>
                  <a:cubicBezTo>
                    <a:pt x="10961" y="9970"/>
                    <a:pt x="11150" y="9900"/>
                    <a:pt x="11298" y="9759"/>
                  </a:cubicBezTo>
                  <a:cubicBezTo>
                    <a:pt x="11564" y="9479"/>
                    <a:pt x="11579" y="9065"/>
                    <a:pt x="11342" y="8769"/>
                  </a:cubicBezTo>
                  <a:lnTo>
                    <a:pt x="16709" y="3401"/>
                  </a:lnTo>
                  <a:lnTo>
                    <a:pt x="16709" y="1464"/>
                  </a:lnTo>
                  <a:cubicBezTo>
                    <a:pt x="16857" y="1435"/>
                    <a:pt x="17005" y="1376"/>
                    <a:pt x="17123" y="1257"/>
                  </a:cubicBezTo>
                  <a:cubicBezTo>
                    <a:pt x="17404" y="962"/>
                    <a:pt x="17404" y="503"/>
                    <a:pt x="17123" y="208"/>
                  </a:cubicBezTo>
                  <a:cubicBezTo>
                    <a:pt x="16976" y="75"/>
                    <a:pt x="16783" y="1"/>
                    <a:pt x="1659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552997" y="4019892"/>
              <a:ext cx="346208" cy="246745"/>
            </a:xfrm>
            <a:custGeom>
              <a:avLst/>
              <a:gdLst/>
              <a:ahLst/>
              <a:cxnLst/>
              <a:rect l="l" t="t" r="r" b="b"/>
              <a:pathLst>
                <a:path w="9050" h="6450" extrusionOk="0">
                  <a:moveTo>
                    <a:pt x="8237" y="1"/>
                  </a:moveTo>
                  <a:cubicBezTo>
                    <a:pt x="8059" y="1"/>
                    <a:pt x="7867" y="60"/>
                    <a:pt x="7719" y="208"/>
                  </a:cubicBezTo>
                  <a:cubicBezTo>
                    <a:pt x="7453" y="474"/>
                    <a:pt x="7438" y="888"/>
                    <a:pt x="7645" y="1169"/>
                  </a:cubicBezTo>
                  <a:lnTo>
                    <a:pt x="3254" y="5561"/>
                  </a:lnTo>
                  <a:lnTo>
                    <a:pt x="1464" y="5561"/>
                  </a:lnTo>
                  <a:cubicBezTo>
                    <a:pt x="1435" y="5413"/>
                    <a:pt x="1361" y="5280"/>
                    <a:pt x="1243" y="5176"/>
                  </a:cubicBezTo>
                  <a:cubicBezTo>
                    <a:pt x="1110" y="5043"/>
                    <a:pt x="917" y="4969"/>
                    <a:pt x="725" y="4969"/>
                  </a:cubicBezTo>
                  <a:cubicBezTo>
                    <a:pt x="518" y="4984"/>
                    <a:pt x="341" y="5073"/>
                    <a:pt x="208" y="5206"/>
                  </a:cubicBezTo>
                  <a:cubicBezTo>
                    <a:pt x="75" y="5354"/>
                    <a:pt x="1" y="5546"/>
                    <a:pt x="15" y="5738"/>
                  </a:cubicBezTo>
                  <a:cubicBezTo>
                    <a:pt x="15" y="5930"/>
                    <a:pt x="104" y="6108"/>
                    <a:pt x="222" y="6241"/>
                  </a:cubicBezTo>
                  <a:cubicBezTo>
                    <a:pt x="360" y="6364"/>
                    <a:pt x="535" y="6449"/>
                    <a:pt x="724" y="6449"/>
                  </a:cubicBezTo>
                  <a:cubicBezTo>
                    <a:pt x="739" y="6449"/>
                    <a:pt x="754" y="6449"/>
                    <a:pt x="770" y="6448"/>
                  </a:cubicBezTo>
                  <a:cubicBezTo>
                    <a:pt x="1154" y="6433"/>
                    <a:pt x="1450" y="6137"/>
                    <a:pt x="1479" y="5782"/>
                  </a:cubicBezTo>
                  <a:lnTo>
                    <a:pt x="3357" y="5782"/>
                  </a:lnTo>
                  <a:lnTo>
                    <a:pt x="7808" y="1332"/>
                  </a:lnTo>
                  <a:cubicBezTo>
                    <a:pt x="7932" y="1424"/>
                    <a:pt x="8083" y="1469"/>
                    <a:pt x="8236" y="1469"/>
                  </a:cubicBezTo>
                  <a:cubicBezTo>
                    <a:pt x="8427" y="1469"/>
                    <a:pt x="8621" y="1398"/>
                    <a:pt x="8769" y="1258"/>
                  </a:cubicBezTo>
                  <a:cubicBezTo>
                    <a:pt x="9050" y="962"/>
                    <a:pt x="9050" y="504"/>
                    <a:pt x="8769" y="208"/>
                  </a:cubicBezTo>
                  <a:cubicBezTo>
                    <a:pt x="8621" y="60"/>
                    <a:pt x="8429" y="1"/>
                    <a:pt x="823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602230" y="4755221"/>
              <a:ext cx="63389" cy="359941"/>
            </a:xfrm>
            <a:custGeom>
              <a:avLst/>
              <a:gdLst/>
              <a:ahLst/>
              <a:cxnLst/>
              <a:rect l="l" t="t" r="r" b="b"/>
              <a:pathLst>
                <a:path w="1657" h="9409" extrusionOk="0">
                  <a:moveTo>
                    <a:pt x="813" y="1"/>
                  </a:moveTo>
                  <a:cubicBezTo>
                    <a:pt x="621" y="1"/>
                    <a:pt x="444" y="75"/>
                    <a:pt x="296" y="223"/>
                  </a:cubicBezTo>
                  <a:cubicBezTo>
                    <a:pt x="0" y="504"/>
                    <a:pt x="0" y="977"/>
                    <a:pt x="296" y="1258"/>
                  </a:cubicBezTo>
                  <a:cubicBezTo>
                    <a:pt x="414" y="1376"/>
                    <a:pt x="562" y="1450"/>
                    <a:pt x="725" y="1465"/>
                  </a:cubicBezTo>
                  <a:lnTo>
                    <a:pt x="725" y="7956"/>
                  </a:lnTo>
                  <a:cubicBezTo>
                    <a:pt x="577" y="7971"/>
                    <a:pt x="444" y="8045"/>
                    <a:pt x="325" y="8148"/>
                  </a:cubicBezTo>
                  <a:cubicBezTo>
                    <a:pt x="44" y="8444"/>
                    <a:pt x="44" y="8917"/>
                    <a:pt x="325" y="9198"/>
                  </a:cubicBezTo>
                  <a:cubicBezTo>
                    <a:pt x="473" y="9338"/>
                    <a:pt x="662" y="9409"/>
                    <a:pt x="850" y="9409"/>
                  </a:cubicBezTo>
                  <a:cubicBezTo>
                    <a:pt x="1039" y="9409"/>
                    <a:pt x="1227" y="9338"/>
                    <a:pt x="1375" y="9198"/>
                  </a:cubicBezTo>
                  <a:cubicBezTo>
                    <a:pt x="1656" y="8917"/>
                    <a:pt x="1656" y="8444"/>
                    <a:pt x="1375" y="8148"/>
                  </a:cubicBezTo>
                  <a:cubicBezTo>
                    <a:pt x="1257" y="8030"/>
                    <a:pt x="1094" y="7971"/>
                    <a:pt x="946" y="7941"/>
                  </a:cubicBezTo>
                  <a:lnTo>
                    <a:pt x="946" y="1465"/>
                  </a:lnTo>
                  <a:cubicBezTo>
                    <a:pt x="1079" y="1435"/>
                    <a:pt x="1227" y="1376"/>
                    <a:pt x="1331" y="1258"/>
                  </a:cubicBezTo>
                  <a:cubicBezTo>
                    <a:pt x="1627" y="977"/>
                    <a:pt x="1627" y="504"/>
                    <a:pt x="1331" y="223"/>
                  </a:cubicBezTo>
                  <a:cubicBezTo>
                    <a:pt x="1198" y="75"/>
                    <a:pt x="1006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857311" y="4374550"/>
              <a:ext cx="748383" cy="657948"/>
            </a:xfrm>
            <a:custGeom>
              <a:avLst/>
              <a:gdLst/>
              <a:ahLst/>
              <a:cxnLst/>
              <a:rect l="l" t="t" r="r" b="b"/>
              <a:pathLst>
                <a:path w="19563" h="17199" extrusionOk="0">
                  <a:moveTo>
                    <a:pt x="19326" y="1"/>
                  </a:moveTo>
                  <a:lnTo>
                    <a:pt x="18853" y="474"/>
                  </a:lnTo>
                  <a:lnTo>
                    <a:pt x="15630" y="3697"/>
                  </a:lnTo>
                  <a:lnTo>
                    <a:pt x="15630" y="9316"/>
                  </a:lnTo>
                  <a:lnTo>
                    <a:pt x="10750" y="14196"/>
                  </a:lnTo>
                  <a:lnTo>
                    <a:pt x="2825" y="14196"/>
                  </a:lnTo>
                  <a:lnTo>
                    <a:pt x="1169" y="15852"/>
                  </a:lnTo>
                  <a:cubicBezTo>
                    <a:pt x="1036" y="15763"/>
                    <a:pt x="888" y="15719"/>
                    <a:pt x="725" y="15719"/>
                  </a:cubicBezTo>
                  <a:cubicBezTo>
                    <a:pt x="326" y="15733"/>
                    <a:pt x="1" y="16088"/>
                    <a:pt x="15" y="16487"/>
                  </a:cubicBezTo>
                  <a:cubicBezTo>
                    <a:pt x="30" y="16680"/>
                    <a:pt x="104" y="16857"/>
                    <a:pt x="237" y="16990"/>
                  </a:cubicBezTo>
                  <a:cubicBezTo>
                    <a:pt x="361" y="17114"/>
                    <a:pt x="547" y="17199"/>
                    <a:pt x="739" y="17199"/>
                  </a:cubicBezTo>
                  <a:cubicBezTo>
                    <a:pt x="754" y="17199"/>
                    <a:pt x="769" y="17198"/>
                    <a:pt x="784" y="17197"/>
                  </a:cubicBezTo>
                  <a:cubicBezTo>
                    <a:pt x="1198" y="17182"/>
                    <a:pt x="1509" y="16842"/>
                    <a:pt x="1494" y="16428"/>
                  </a:cubicBezTo>
                  <a:cubicBezTo>
                    <a:pt x="1494" y="16266"/>
                    <a:pt x="1420" y="16118"/>
                    <a:pt x="1331" y="16000"/>
                  </a:cubicBezTo>
                  <a:lnTo>
                    <a:pt x="2913" y="14417"/>
                  </a:lnTo>
                  <a:lnTo>
                    <a:pt x="10839" y="14417"/>
                  </a:lnTo>
                  <a:lnTo>
                    <a:pt x="15851" y="9405"/>
                  </a:lnTo>
                  <a:lnTo>
                    <a:pt x="15851" y="3786"/>
                  </a:lnTo>
                  <a:lnTo>
                    <a:pt x="19104" y="533"/>
                  </a:lnTo>
                  <a:lnTo>
                    <a:pt x="19563" y="75"/>
                  </a:lnTo>
                  <a:lnTo>
                    <a:pt x="19548" y="75"/>
                  </a:lnTo>
                  <a:lnTo>
                    <a:pt x="1932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929153" y="4695276"/>
              <a:ext cx="675430" cy="657374"/>
            </a:xfrm>
            <a:custGeom>
              <a:avLst/>
              <a:gdLst/>
              <a:ahLst/>
              <a:cxnLst/>
              <a:rect l="l" t="t" r="r" b="b"/>
              <a:pathLst>
                <a:path w="17656" h="17184" extrusionOk="0">
                  <a:moveTo>
                    <a:pt x="16872" y="1"/>
                  </a:moveTo>
                  <a:cubicBezTo>
                    <a:pt x="16679" y="15"/>
                    <a:pt x="16487" y="104"/>
                    <a:pt x="16354" y="237"/>
                  </a:cubicBezTo>
                  <a:cubicBezTo>
                    <a:pt x="16221" y="385"/>
                    <a:pt x="16162" y="577"/>
                    <a:pt x="16162" y="770"/>
                  </a:cubicBezTo>
                  <a:cubicBezTo>
                    <a:pt x="16177" y="962"/>
                    <a:pt x="16250" y="1139"/>
                    <a:pt x="16384" y="1272"/>
                  </a:cubicBezTo>
                  <a:cubicBezTo>
                    <a:pt x="16384" y="1272"/>
                    <a:pt x="16398" y="1272"/>
                    <a:pt x="16398" y="1287"/>
                  </a:cubicBezTo>
                  <a:cubicBezTo>
                    <a:pt x="16517" y="1391"/>
                    <a:pt x="16665" y="1464"/>
                    <a:pt x="16827" y="1479"/>
                  </a:cubicBezTo>
                  <a:lnTo>
                    <a:pt x="16827" y="5826"/>
                  </a:lnTo>
                  <a:lnTo>
                    <a:pt x="9064" y="13574"/>
                  </a:lnTo>
                  <a:lnTo>
                    <a:pt x="3431" y="13574"/>
                  </a:lnTo>
                  <a:lnTo>
                    <a:pt x="1169" y="15837"/>
                  </a:lnTo>
                  <a:cubicBezTo>
                    <a:pt x="1050" y="15748"/>
                    <a:pt x="888" y="15704"/>
                    <a:pt x="740" y="15704"/>
                  </a:cubicBezTo>
                  <a:cubicBezTo>
                    <a:pt x="326" y="15733"/>
                    <a:pt x="0" y="16073"/>
                    <a:pt x="30" y="16472"/>
                  </a:cubicBezTo>
                  <a:cubicBezTo>
                    <a:pt x="30" y="16665"/>
                    <a:pt x="119" y="16842"/>
                    <a:pt x="237" y="16975"/>
                  </a:cubicBezTo>
                  <a:cubicBezTo>
                    <a:pt x="374" y="17099"/>
                    <a:pt x="549" y="17184"/>
                    <a:pt x="739" y="17184"/>
                  </a:cubicBezTo>
                  <a:cubicBezTo>
                    <a:pt x="754" y="17184"/>
                    <a:pt x="769" y="17183"/>
                    <a:pt x="784" y="17182"/>
                  </a:cubicBezTo>
                  <a:cubicBezTo>
                    <a:pt x="1198" y="17167"/>
                    <a:pt x="1509" y="16827"/>
                    <a:pt x="1494" y="16413"/>
                  </a:cubicBezTo>
                  <a:cubicBezTo>
                    <a:pt x="1494" y="16251"/>
                    <a:pt x="1435" y="16103"/>
                    <a:pt x="1331" y="15985"/>
                  </a:cubicBezTo>
                  <a:lnTo>
                    <a:pt x="3520" y="13796"/>
                  </a:lnTo>
                  <a:lnTo>
                    <a:pt x="9168" y="13796"/>
                  </a:lnTo>
                  <a:lnTo>
                    <a:pt x="17049" y="5915"/>
                  </a:lnTo>
                  <a:lnTo>
                    <a:pt x="17049" y="1464"/>
                  </a:lnTo>
                  <a:cubicBezTo>
                    <a:pt x="17197" y="1435"/>
                    <a:pt x="17330" y="1361"/>
                    <a:pt x="17448" y="1243"/>
                  </a:cubicBezTo>
                  <a:cubicBezTo>
                    <a:pt x="17581" y="1095"/>
                    <a:pt x="17655" y="917"/>
                    <a:pt x="17640" y="710"/>
                  </a:cubicBezTo>
                  <a:cubicBezTo>
                    <a:pt x="17626" y="518"/>
                    <a:pt x="17552" y="341"/>
                    <a:pt x="17404" y="208"/>
                  </a:cubicBezTo>
                  <a:cubicBezTo>
                    <a:pt x="17271" y="75"/>
                    <a:pt x="17093" y="1"/>
                    <a:pt x="1690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989098" y="5095189"/>
              <a:ext cx="598499" cy="532357"/>
            </a:xfrm>
            <a:custGeom>
              <a:avLst/>
              <a:gdLst/>
              <a:ahLst/>
              <a:cxnLst/>
              <a:rect l="l" t="t" r="r" b="b"/>
              <a:pathLst>
                <a:path w="15645" h="13916" extrusionOk="0">
                  <a:moveTo>
                    <a:pt x="14831" y="0"/>
                  </a:moveTo>
                  <a:cubicBezTo>
                    <a:pt x="14654" y="0"/>
                    <a:pt x="14462" y="60"/>
                    <a:pt x="14314" y="207"/>
                  </a:cubicBezTo>
                  <a:cubicBezTo>
                    <a:pt x="14033" y="503"/>
                    <a:pt x="14033" y="962"/>
                    <a:pt x="14314" y="1257"/>
                  </a:cubicBezTo>
                  <a:cubicBezTo>
                    <a:pt x="14432" y="1376"/>
                    <a:pt x="14595" y="1450"/>
                    <a:pt x="14757" y="1464"/>
                  </a:cubicBezTo>
                  <a:lnTo>
                    <a:pt x="14757" y="5974"/>
                  </a:lnTo>
                  <a:lnTo>
                    <a:pt x="12318" y="8429"/>
                  </a:lnTo>
                  <a:lnTo>
                    <a:pt x="5398" y="8429"/>
                  </a:lnTo>
                  <a:lnTo>
                    <a:pt x="1213" y="12598"/>
                  </a:lnTo>
                  <a:cubicBezTo>
                    <a:pt x="1080" y="12495"/>
                    <a:pt x="918" y="12436"/>
                    <a:pt x="725" y="12436"/>
                  </a:cubicBezTo>
                  <a:cubicBezTo>
                    <a:pt x="326" y="12450"/>
                    <a:pt x="1" y="12805"/>
                    <a:pt x="16" y="13205"/>
                  </a:cubicBezTo>
                  <a:cubicBezTo>
                    <a:pt x="30" y="13397"/>
                    <a:pt x="104" y="13574"/>
                    <a:pt x="237" y="13707"/>
                  </a:cubicBezTo>
                  <a:cubicBezTo>
                    <a:pt x="374" y="13831"/>
                    <a:pt x="550" y="13916"/>
                    <a:pt x="739" y="13916"/>
                  </a:cubicBezTo>
                  <a:cubicBezTo>
                    <a:pt x="754" y="13916"/>
                    <a:pt x="769" y="13915"/>
                    <a:pt x="784" y="13914"/>
                  </a:cubicBezTo>
                  <a:cubicBezTo>
                    <a:pt x="1198" y="13900"/>
                    <a:pt x="1509" y="13559"/>
                    <a:pt x="1494" y="13145"/>
                  </a:cubicBezTo>
                  <a:cubicBezTo>
                    <a:pt x="1494" y="13012"/>
                    <a:pt x="1450" y="12879"/>
                    <a:pt x="1361" y="12761"/>
                  </a:cubicBezTo>
                  <a:lnTo>
                    <a:pt x="5486" y="8650"/>
                  </a:lnTo>
                  <a:lnTo>
                    <a:pt x="12406" y="8650"/>
                  </a:lnTo>
                  <a:lnTo>
                    <a:pt x="14979" y="6063"/>
                  </a:lnTo>
                  <a:lnTo>
                    <a:pt x="14979" y="1450"/>
                  </a:lnTo>
                  <a:cubicBezTo>
                    <a:pt x="15112" y="1435"/>
                    <a:pt x="15245" y="1361"/>
                    <a:pt x="15364" y="1257"/>
                  </a:cubicBezTo>
                  <a:cubicBezTo>
                    <a:pt x="15645" y="962"/>
                    <a:pt x="15645" y="503"/>
                    <a:pt x="15364" y="207"/>
                  </a:cubicBezTo>
                  <a:cubicBezTo>
                    <a:pt x="15216" y="60"/>
                    <a:pt x="15024" y="0"/>
                    <a:pt x="1483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532645" y="4316862"/>
              <a:ext cx="944095" cy="933919"/>
            </a:xfrm>
            <a:custGeom>
              <a:avLst/>
              <a:gdLst/>
              <a:ahLst/>
              <a:cxnLst/>
              <a:rect l="l" t="t" r="r" b="b"/>
              <a:pathLst>
                <a:path w="24679" h="24413" extrusionOk="0">
                  <a:moveTo>
                    <a:pt x="24486" y="1"/>
                  </a:moveTo>
                  <a:lnTo>
                    <a:pt x="19282" y="5205"/>
                  </a:lnTo>
                  <a:lnTo>
                    <a:pt x="14047" y="5205"/>
                  </a:lnTo>
                  <a:lnTo>
                    <a:pt x="9390" y="9863"/>
                  </a:lnTo>
                  <a:cubicBezTo>
                    <a:pt x="9270" y="9770"/>
                    <a:pt x="9127" y="9713"/>
                    <a:pt x="8970" y="9713"/>
                  </a:cubicBezTo>
                  <a:cubicBezTo>
                    <a:pt x="8952" y="9713"/>
                    <a:pt x="8935" y="9714"/>
                    <a:pt x="8916" y="9715"/>
                  </a:cubicBezTo>
                  <a:cubicBezTo>
                    <a:pt x="8724" y="9715"/>
                    <a:pt x="8547" y="9804"/>
                    <a:pt x="8414" y="9952"/>
                  </a:cubicBezTo>
                  <a:cubicBezTo>
                    <a:pt x="8281" y="10100"/>
                    <a:pt x="8207" y="10277"/>
                    <a:pt x="8207" y="10484"/>
                  </a:cubicBezTo>
                  <a:cubicBezTo>
                    <a:pt x="8221" y="10662"/>
                    <a:pt x="8295" y="10839"/>
                    <a:pt x="8428" y="10972"/>
                  </a:cubicBezTo>
                  <a:cubicBezTo>
                    <a:pt x="8428" y="10987"/>
                    <a:pt x="8443" y="10987"/>
                    <a:pt x="8443" y="10987"/>
                  </a:cubicBezTo>
                  <a:cubicBezTo>
                    <a:pt x="8591" y="11135"/>
                    <a:pt x="8783" y="11194"/>
                    <a:pt x="8976" y="11194"/>
                  </a:cubicBezTo>
                  <a:cubicBezTo>
                    <a:pt x="9049" y="11194"/>
                    <a:pt x="9123" y="11164"/>
                    <a:pt x="9197" y="11149"/>
                  </a:cubicBezTo>
                  <a:lnTo>
                    <a:pt x="9197" y="11149"/>
                  </a:lnTo>
                  <a:lnTo>
                    <a:pt x="6211" y="14121"/>
                  </a:lnTo>
                  <a:cubicBezTo>
                    <a:pt x="6108" y="14057"/>
                    <a:pt x="5982" y="14015"/>
                    <a:pt x="5854" y="14015"/>
                  </a:cubicBezTo>
                  <a:cubicBezTo>
                    <a:pt x="5835" y="14015"/>
                    <a:pt x="5816" y="14016"/>
                    <a:pt x="5797" y="14018"/>
                  </a:cubicBezTo>
                  <a:cubicBezTo>
                    <a:pt x="5604" y="14018"/>
                    <a:pt x="5412" y="14107"/>
                    <a:pt x="5279" y="14255"/>
                  </a:cubicBezTo>
                  <a:cubicBezTo>
                    <a:pt x="5264" y="14269"/>
                    <a:pt x="5264" y="14284"/>
                    <a:pt x="5249" y="14299"/>
                  </a:cubicBezTo>
                  <a:lnTo>
                    <a:pt x="5249" y="12022"/>
                  </a:lnTo>
                  <a:lnTo>
                    <a:pt x="5249" y="11977"/>
                  </a:lnTo>
                  <a:lnTo>
                    <a:pt x="2839" y="9567"/>
                  </a:lnTo>
                  <a:lnTo>
                    <a:pt x="0" y="12406"/>
                  </a:lnTo>
                  <a:lnTo>
                    <a:pt x="0" y="21455"/>
                  </a:lnTo>
                  <a:lnTo>
                    <a:pt x="0" y="21500"/>
                  </a:lnTo>
                  <a:lnTo>
                    <a:pt x="2470" y="23969"/>
                  </a:lnTo>
                  <a:cubicBezTo>
                    <a:pt x="2470" y="23984"/>
                    <a:pt x="2470" y="24013"/>
                    <a:pt x="2470" y="24043"/>
                  </a:cubicBezTo>
                  <a:cubicBezTo>
                    <a:pt x="2470" y="24250"/>
                    <a:pt x="2632" y="24413"/>
                    <a:pt x="2839" y="24413"/>
                  </a:cubicBezTo>
                  <a:cubicBezTo>
                    <a:pt x="3032" y="24413"/>
                    <a:pt x="3209" y="24250"/>
                    <a:pt x="3209" y="24043"/>
                  </a:cubicBezTo>
                  <a:cubicBezTo>
                    <a:pt x="3209" y="23836"/>
                    <a:pt x="3032" y="23673"/>
                    <a:pt x="2839" y="23673"/>
                  </a:cubicBezTo>
                  <a:cubicBezTo>
                    <a:pt x="2736" y="23673"/>
                    <a:pt x="2647" y="23703"/>
                    <a:pt x="2588" y="23762"/>
                  </a:cubicBezTo>
                  <a:lnTo>
                    <a:pt x="222" y="21411"/>
                  </a:lnTo>
                  <a:lnTo>
                    <a:pt x="222" y="12495"/>
                  </a:lnTo>
                  <a:lnTo>
                    <a:pt x="2839" y="9878"/>
                  </a:lnTo>
                  <a:lnTo>
                    <a:pt x="5028" y="12066"/>
                  </a:lnTo>
                  <a:lnTo>
                    <a:pt x="5028" y="21219"/>
                  </a:lnTo>
                  <a:cubicBezTo>
                    <a:pt x="4880" y="21278"/>
                    <a:pt x="4776" y="21411"/>
                    <a:pt x="4776" y="21574"/>
                  </a:cubicBezTo>
                  <a:cubicBezTo>
                    <a:pt x="4776" y="21781"/>
                    <a:pt x="4939" y="21943"/>
                    <a:pt x="5146" y="21943"/>
                  </a:cubicBezTo>
                  <a:cubicBezTo>
                    <a:pt x="5353" y="21943"/>
                    <a:pt x="5516" y="21781"/>
                    <a:pt x="5516" y="21574"/>
                  </a:cubicBezTo>
                  <a:cubicBezTo>
                    <a:pt x="5516" y="21396"/>
                    <a:pt x="5397" y="21263"/>
                    <a:pt x="5249" y="21219"/>
                  </a:cubicBezTo>
                  <a:lnTo>
                    <a:pt x="5249" y="15216"/>
                  </a:lnTo>
                  <a:cubicBezTo>
                    <a:pt x="5264" y="15230"/>
                    <a:pt x="5279" y="15260"/>
                    <a:pt x="5309" y="15275"/>
                  </a:cubicBezTo>
                  <a:cubicBezTo>
                    <a:pt x="5309" y="15290"/>
                    <a:pt x="5323" y="15290"/>
                    <a:pt x="5323" y="15290"/>
                  </a:cubicBezTo>
                  <a:cubicBezTo>
                    <a:pt x="5471" y="15437"/>
                    <a:pt x="5663" y="15497"/>
                    <a:pt x="5856" y="15497"/>
                  </a:cubicBezTo>
                  <a:cubicBezTo>
                    <a:pt x="6048" y="15482"/>
                    <a:pt x="6240" y="15408"/>
                    <a:pt x="6373" y="15260"/>
                  </a:cubicBezTo>
                  <a:cubicBezTo>
                    <a:pt x="6506" y="15112"/>
                    <a:pt x="6565" y="14920"/>
                    <a:pt x="6565" y="14728"/>
                  </a:cubicBezTo>
                  <a:cubicBezTo>
                    <a:pt x="6551" y="14550"/>
                    <a:pt x="6491" y="14402"/>
                    <a:pt x="6373" y="14269"/>
                  </a:cubicBezTo>
                  <a:lnTo>
                    <a:pt x="9330" y="11312"/>
                  </a:lnTo>
                  <a:cubicBezTo>
                    <a:pt x="9464" y="11432"/>
                    <a:pt x="9621" y="11492"/>
                    <a:pt x="9791" y="11492"/>
                  </a:cubicBezTo>
                  <a:cubicBezTo>
                    <a:pt x="9810" y="11492"/>
                    <a:pt x="9829" y="11491"/>
                    <a:pt x="9848" y="11490"/>
                  </a:cubicBezTo>
                  <a:cubicBezTo>
                    <a:pt x="10040" y="11490"/>
                    <a:pt x="10232" y="11401"/>
                    <a:pt x="10365" y="11253"/>
                  </a:cubicBezTo>
                  <a:cubicBezTo>
                    <a:pt x="10499" y="11120"/>
                    <a:pt x="10572" y="10928"/>
                    <a:pt x="10558" y="10735"/>
                  </a:cubicBezTo>
                  <a:cubicBezTo>
                    <a:pt x="10558" y="10691"/>
                    <a:pt x="10558" y="10662"/>
                    <a:pt x="10543" y="10632"/>
                  </a:cubicBezTo>
                  <a:lnTo>
                    <a:pt x="10543" y="10632"/>
                  </a:lnTo>
                  <a:cubicBezTo>
                    <a:pt x="10572" y="10691"/>
                    <a:pt x="10602" y="10735"/>
                    <a:pt x="10646" y="10765"/>
                  </a:cubicBezTo>
                  <a:cubicBezTo>
                    <a:pt x="10661" y="10780"/>
                    <a:pt x="10661" y="10780"/>
                    <a:pt x="10676" y="10795"/>
                  </a:cubicBezTo>
                  <a:cubicBezTo>
                    <a:pt x="10809" y="10928"/>
                    <a:pt x="11001" y="10987"/>
                    <a:pt x="11193" y="10987"/>
                  </a:cubicBezTo>
                  <a:cubicBezTo>
                    <a:pt x="11400" y="10972"/>
                    <a:pt x="11578" y="10898"/>
                    <a:pt x="11711" y="10750"/>
                  </a:cubicBezTo>
                  <a:cubicBezTo>
                    <a:pt x="11800" y="10647"/>
                    <a:pt x="11859" y="10528"/>
                    <a:pt x="11888" y="10395"/>
                  </a:cubicBezTo>
                  <a:lnTo>
                    <a:pt x="16797" y="10395"/>
                  </a:lnTo>
                  <a:lnTo>
                    <a:pt x="17522" y="9671"/>
                  </a:lnTo>
                  <a:lnTo>
                    <a:pt x="17522" y="7882"/>
                  </a:lnTo>
                  <a:cubicBezTo>
                    <a:pt x="17670" y="7852"/>
                    <a:pt x="17803" y="7778"/>
                    <a:pt x="17906" y="7660"/>
                  </a:cubicBezTo>
                  <a:cubicBezTo>
                    <a:pt x="18040" y="7527"/>
                    <a:pt x="18099" y="7335"/>
                    <a:pt x="18099" y="7128"/>
                  </a:cubicBezTo>
                  <a:cubicBezTo>
                    <a:pt x="18084" y="6935"/>
                    <a:pt x="17995" y="6758"/>
                    <a:pt x="17862" y="6625"/>
                  </a:cubicBezTo>
                  <a:cubicBezTo>
                    <a:pt x="17727" y="6503"/>
                    <a:pt x="17554" y="6431"/>
                    <a:pt x="17378" y="6431"/>
                  </a:cubicBezTo>
                  <a:cubicBezTo>
                    <a:pt x="17362" y="6431"/>
                    <a:pt x="17346" y="6431"/>
                    <a:pt x="17330" y="6433"/>
                  </a:cubicBezTo>
                  <a:cubicBezTo>
                    <a:pt x="17138" y="6433"/>
                    <a:pt x="16945" y="6521"/>
                    <a:pt x="16812" y="6654"/>
                  </a:cubicBezTo>
                  <a:cubicBezTo>
                    <a:pt x="16679" y="6802"/>
                    <a:pt x="16605" y="6995"/>
                    <a:pt x="16620" y="7187"/>
                  </a:cubicBezTo>
                  <a:cubicBezTo>
                    <a:pt x="16620" y="7379"/>
                    <a:pt x="16709" y="7556"/>
                    <a:pt x="16842" y="7689"/>
                  </a:cubicBezTo>
                  <a:cubicBezTo>
                    <a:pt x="16842" y="7689"/>
                    <a:pt x="16842" y="7704"/>
                    <a:pt x="16857" y="7704"/>
                  </a:cubicBezTo>
                  <a:cubicBezTo>
                    <a:pt x="16975" y="7823"/>
                    <a:pt x="17138" y="7882"/>
                    <a:pt x="17300" y="7896"/>
                  </a:cubicBezTo>
                  <a:lnTo>
                    <a:pt x="17300" y="9582"/>
                  </a:lnTo>
                  <a:lnTo>
                    <a:pt x="16694" y="10174"/>
                  </a:lnTo>
                  <a:lnTo>
                    <a:pt x="11903" y="10174"/>
                  </a:lnTo>
                  <a:cubicBezTo>
                    <a:pt x="11888" y="9996"/>
                    <a:pt x="11815" y="9833"/>
                    <a:pt x="11667" y="9700"/>
                  </a:cubicBezTo>
                  <a:cubicBezTo>
                    <a:pt x="11534" y="9567"/>
                    <a:pt x="11341" y="9508"/>
                    <a:pt x="11149" y="9508"/>
                  </a:cubicBezTo>
                  <a:cubicBezTo>
                    <a:pt x="10942" y="9523"/>
                    <a:pt x="10765" y="9597"/>
                    <a:pt x="10632" y="9745"/>
                  </a:cubicBezTo>
                  <a:cubicBezTo>
                    <a:pt x="10499" y="9893"/>
                    <a:pt x="10425" y="10085"/>
                    <a:pt x="10439" y="10277"/>
                  </a:cubicBezTo>
                  <a:cubicBezTo>
                    <a:pt x="10439" y="10307"/>
                    <a:pt x="10439" y="10336"/>
                    <a:pt x="10439" y="10366"/>
                  </a:cubicBezTo>
                  <a:cubicBezTo>
                    <a:pt x="10410" y="10321"/>
                    <a:pt x="10365" y="10262"/>
                    <a:pt x="10321" y="10218"/>
                  </a:cubicBezTo>
                  <a:cubicBezTo>
                    <a:pt x="10186" y="10096"/>
                    <a:pt x="10026" y="10024"/>
                    <a:pt x="9841" y="10024"/>
                  </a:cubicBezTo>
                  <a:cubicBezTo>
                    <a:pt x="9824" y="10024"/>
                    <a:pt x="9806" y="10024"/>
                    <a:pt x="9789" y="10026"/>
                  </a:cubicBezTo>
                  <a:cubicBezTo>
                    <a:pt x="9715" y="10026"/>
                    <a:pt x="9641" y="10040"/>
                    <a:pt x="9582" y="10070"/>
                  </a:cubicBezTo>
                  <a:cubicBezTo>
                    <a:pt x="9567" y="10040"/>
                    <a:pt x="9552" y="10026"/>
                    <a:pt x="9537" y="10011"/>
                  </a:cubicBezTo>
                  <a:lnTo>
                    <a:pt x="14136" y="5427"/>
                  </a:lnTo>
                  <a:lnTo>
                    <a:pt x="19370" y="5427"/>
                  </a:lnTo>
                  <a:lnTo>
                    <a:pt x="24679" y="119"/>
                  </a:lnTo>
                  <a:cubicBezTo>
                    <a:pt x="24605" y="89"/>
                    <a:pt x="24545" y="45"/>
                    <a:pt x="244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807542" y="4569151"/>
              <a:ext cx="493260" cy="334961"/>
            </a:xfrm>
            <a:custGeom>
              <a:avLst/>
              <a:gdLst/>
              <a:ahLst/>
              <a:cxnLst/>
              <a:rect l="l" t="t" r="r" b="b"/>
              <a:pathLst>
                <a:path w="12894" h="8756" extrusionOk="0">
                  <a:moveTo>
                    <a:pt x="12125" y="0"/>
                  </a:moveTo>
                  <a:cubicBezTo>
                    <a:pt x="11711" y="15"/>
                    <a:pt x="11401" y="355"/>
                    <a:pt x="11415" y="769"/>
                  </a:cubicBezTo>
                  <a:cubicBezTo>
                    <a:pt x="11415" y="947"/>
                    <a:pt x="11489" y="1124"/>
                    <a:pt x="11622" y="1257"/>
                  </a:cubicBezTo>
                  <a:cubicBezTo>
                    <a:pt x="11637" y="1272"/>
                    <a:pt x="11637" y="1272"/>
                    <a:pt x="11652" y="1272"/>
                  </a:cubicBezTo>
                  <a:cubicBezTo>
                    <a:pt x="11755" y="1390"/>
                    <a:pt x="11903" y="1449"/>
                    <a:pt x="12051" y="1464"/>
                  </a:cubicBezTo>
                  <a:lnTo>
                    <a:pt x="12051" y="3519"/>
                  </a:lnTo>
                  <a:lnTo>
                    <a:pt x="10750" y="4821"/>
                  </a:lnTo>
                  <a:lnTo>
                    <a:pt x="3697" y="4821"/>
                  </a:lnTo>
                  <a:lnTo>
                    <a:pt x="1139" y="7393"/>
                  </a:lnTo>
                  <a:cubicBezTo>
                    <a:pt x="1006" y="7319"/>
                    <a:pt x="858" y="7275"/>
                    <a:pt x="710" y="7275"/>
                  </a:cubicBezTo>
                  <a:cubicBezTo>
                    <a:pt x="518" y="7290"/>
                    <a:pt x="341" y="7364"/>
                    <a:pt x="207" y="7512"/>
                  </a:cubicBezTo>
                  <a:cubicBezTo>
                    <a:pt x="74" y="7660"/>
                    <a:pt x="0" y="7852"/>
                    <a:pt x="0" y="8044"/>
                  </a:cubicBezTo>
                  <a:cubicBezTo>
                    <a:pt x="15" y="8236"/>
                    <a:pt x="89" y="8414"/>
                    <a:pt x="222" y="8532"/>
                  </a:cubicBezTo>
                  <a:cubicBezTo>
                    <a:pt x="222" y="8547"/>
                    <a:pt x="237" y="8547"/>
                    <a:pt x="237" y="8562"/>
                  </a:cubicBezTo>
                  <a:cubicBezTo>
                    <a:pt x="372" y="8683"/>
                    <a:pt x="545" y="8756"/>
                    <a:pt x="721" y="8756"/>
                  </a:cubicBezTo>
                  <a:cubicBezTo>
                    <a:pt x="737" y="8756"/>
                    <a:pt x="753" y="8755"/>
                    <a:pt x="769" y="8754"/>
                  </a:cubicBezTo>
                  <a:cubicBezTo>
                    <a:pt x="962" y="8754"/>
                    <a:pt x="1154" y="8665"/>
                    <a:pt x="1287" y="8517"/>
                  </a:cubicBezTo>
                  <a:cubicBezTo>
                    <a:pt x="1420" y="8369"/>
                    <a:pt x="1494" y="8192"/>
                    <a:pt x="1479" y="7985"/>
                  </a:cubicBezTo>
                  <a:cubicBezTo>
                    <a:pt x="1479" y="7822"/>
                    <a:pt x="1405" y="7660"/>
                    <a:pt x="1302" y="7541"/>
                  </a:cubicBezTo>
                  <a:lnTo>
                    <a:pt x="3800" y="5042"/>
                  </a:lnTo>
                  <a:lnTo>
                    <a:pt x="10839" y="5042"/>
                  </a:lnTo>
                  <a:lnTo>
                    <a:pt x="12273" y="3623"/>
                  </a:lnTo>
                  <a:lnTo>
                    <a:pt x="12273" y="1464"/>
                  </a:lnTo>
                  <a:cubicBezTo>
                    <a:pt x="12628" y="1405"/>
                    <a:pt x="12894" y="1080"/>
                    <a:pt x="12879" y="710"/>
                  </a:cubicBezTo>
                  <a:cubicBezTo>
                    <a:pt x="12864" y="311"/>
                    <a:pt x="12539" y="0"/>
                    <a:pt x="1215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921235" y="4821401"/>
              <a:ext cx="609785" cy="377347"/>
            </a:xfrm>
            <a:custGeom>
              <a:avLst/>
              <a:gdLst/>
              <a:ahLst/>
              <a:cxnLst/>
              <a:rect l="l" t="t" r="r" b="b"/>
              <a:pathLst>
                <a:path w="15940" h="9864" extrusionOk="0">
                  <a:moveTo>
                    <a:pt x="15156" y="1"/>
                  </a:moveTo>
                  <a:cubicBezTo>
                    <a:pt x="14757" y="31"/>
                    <a:pt x="14432" y="371"/>
                    <a:pt x="14447" y="770"/>
                  </a:cubicBezTo>
                  <a:cubicBezTo>
                    <a:pt x="14461" y="918"/>
                    <a:pt x="14506" y="1051"/>
                    <a:pt x="14580" y="1169"/>
                  </a:cubicBezTo>
                  <a:lnTo>
                    <a:pt x="9567" y="6182"/>
                  </a:lnTo>
                  <a:lnTo>
                    <a:pt x="3460" y="6182"/>
                  </a:lnTo>
                  <a:lnTo>
                    <a:pt x="1139" y="8503"/>
                  </a:lnTo>
                  <a:cubicBezTo>
                    <a:pt x="1036" y="8426"/>
                    <a:pt x="910" y="8382"/>
                    <a:pt x="771" y="8382"/>
                  </a:cubicBezTo>
                  <a:cubicBezTo>
                    <a:pt x="751" y="8382"/>
                    <a:pt x="731" y="8383"/>
                    <a:pt x="710" y="8385"/>
                  </a:cubicBezTo>
                  <a:cubicBezTo>
                    <a:pt x="518" y="8385"/>
                    <a:pt x="326" y="8473"/>
                    <a:pt x="193" y="8621"/>
                  </a:cubicBezTo>
                  <a:cubicBezTo>
                    <a:pt x="60" y="8769"/>
                    <a:pt x="0" y="8947"/>
                    <a:pt x="0" y="9154"/>
                  </a:cubicBezTo>
                  <a:cubicBezTo>
                    <a:pt x="15" y="9331"/>
                    <a:pt x="89" y="9508"/>
                    <a:pt x="222" y="9642"/>
                  </a:cubicBezTo>
                  <a:cubicBezTo>
                    <a:pt x="222" y="9642"/>
                    <a:pt x="237" y="9656"/>
                    <a:pt x="237" y="9656"/>
                  </a:cubicBezTo>
                  <a:cubicBezTo>
                    <a:pt x="385" y="9789"/>
                    <a:pt x="577" y="9863"/>
                    <a:pt x="769" y="9863"/>
                  </a:cubicBezTo>
                  <a:cubicBezTo>
                    <a:pt x="962" y="9849"/>
                    <a:pt x="1154" y="9760"/>
                    <a:pt x="1287" y="9627"/>
                  </a:cubicBezTo>
                  <a:cubicBezTo>
                    <a:pt x="1420" y="9479"/>
                    <a:pt x="1479" y="9287"/>
                    <a:pt x="1479" y="9094"/>
                  </a:cubicBezTo>
                  <a:cubicBezTo>
                    <a:pt x="1464" y="8932"/>
                    <a:pt x="1405" y="8769"/>
                    <a:pt x="1302" y="8651"/>
                  </a:cubicBezTo>
                  <a:lnTo>
                    <a:pt x="3549" y="6403"/>
                  </a:lnTo>
                  <a:lnTo>
                    <a:pt x="9656" y="6403"/>
                  </a:lnTo>
                  <a:lnTo>
                    <a:pt x="14742" y="1332"/>
                  </a:lnTo>
                  <a:cubicBezTo>
                    <a:pt x="14862" y="1425"/>
                    <a:pt x="15005" y="1482"/>
                    <a:pt x="15162" y="1482"/>
                  </a:cubicBezTo>
                  <a:cubicBezTo>
                    <a:pt x="15179" y="1482"/>
                    <a:pt x="15197" y="1481"/>
                    <a:pt x="15215" y="1480"/>
                  </a:cubicBezTo>
                  <a:cubicBezTo>
                    <a:pt x="15629" y="1465"/>
                    <a:pt x="15940" y="1125"/>
                    <a:pt x="15925" y="711"/>
                  </a:cubicBezTo>
                  <a:cubicBezTo>
                    <a:pt x="15910" y="326"/>
                    <a:pt x="15585" y="1"/>
                    <a:pt x="151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846562" y="4350258"/>
              <a:ext cx="695208" cy="600183"/>
            </a:xfrm>
            <a:custGeom>
              <a:avLst/>
              <a:gdLst/>
              <a:ahLst/>
              <a:cxnLst/>
              <a:rect l="l" t="t" r="r" b="b"/>
              <a:pathLst>
                <a:path w="18173" h="15689" extrusionOk="0">
                  <a:moveTo>
                    <a:pt x="17951" y="0"/>
                  </a:moveTo>
                  <a:lnTo>
                    <a:pt x="13456" y="4480"/>
                  </a:lnTo>
                  <a:lnTo>
                    <a:pt x="13456" y="9818"/>
                  </a:lnTo>
                  <a:lnTo>
                    <a:pt x="11046" y="12243"/>
                  </a:lnTo>
                  <a:lnTo>
                    <a:pt x="3298" y="12243"/>
                  </a:lnTo>
                  <a:lnTo>
                    <a:pt x="1184" y="14343"/>
                  </a:lnTo>
                  <a:lnTo>
                    <a:pt x="1184" y="14357"/>
                  </a:lnTo>
                  <a:cubicBezTo>
                    <a:pt x="1064" y="14265"/>
                    <a:pt x="921" y="14207"/>
                    <a:pt x="764" y="14207"/>
                  </a:cubicBezTo>
                  <a:cubicBezTo>
                    <a:pt x="746" y="14207"/>
                    <a:pt x="729" y="14208"/>
                    <a:pt x="710" y="14210"/>
                  </a:cubicBezTo>
                  <a:cubicBezTo>
                    <a:pt x="518" y="14210"/>
                    <a:pt x="341" y="14298"/>
                    <a:pt x="208" y="14446"/>
                  </a:cubicBezTo>
                  <a:cubicBezTo>
                    <a:pt x="75" y="14594"/>
                    <a:pt x="1" y="14771"/>
                    <a:pt x="1" y="14978"/>
                  </a:cubicBezTo>
                  <a:cubicBezTo>
                    <a:pt x="15" y="15156"/>
                    <a:pt x="89" y="15333"/>
                    <a:pt x="222" y="15466"/>
                  </a:cubicBezTo>
                  <a:cubicBezTo>
                    <a:pt x="222" y="15466"/>
                    <a:pt x="237" y="15481"/>
                    <a:pt x="237" y="15481"/>
                  </a:cubicBezTo>
                  <a:cubicBezTo>
                    <a:pt x="385" y="15614"/>
                    <a:pt x="577" y="15688"/>
                    <a:pt x="770" y="15688"/>
                  </a:cubicBezTo>
                  <a:cubicBezTo>
                    <a:pt x="977" y="15673"/>
                    <a:pt x="1154" y="15585"/>
                    <a:pt x="1287" y="15452"/>
                  </a:cubicBezTo>
                  <a:cubicBezTo>
                    <a:pt x="1420" y="15304"/>
                    <a:pt x="1494" y="15112"/>
                    <a:pt x="1479" y="14919"/>
                  </a:cubicBezTo>
                  <a:cubicBezTo>
                    <a:pt x="1479" y="14757"/>
                    <a:pt x="1420" y="14624"/>
                    <a:pt x="1331" y="14505"/>
                  </a:cubicBezTo>
                  <a:lnTo>
                    <a:pt x="3387" y="12465"/>
                  </a:lnTo>
                  <a:lnTo>
                    <a:pt x="11135" y="12465"/>
                  </a:lnTo>
                  <a:lnTo>
                    <a:pt x="13678" y="9907"/>
                  </a:lnTo>
                  <a:lnTo>
                    <a:pt x="13678" y="4584"/>
                  </a:lnTo>
                  <a:lnTo>
                    <a:pt x="18173" y="89"/>
                  </a:lnTo>
                  <a:cubicBezTo>
                    <a:pt x="18099" y="59"/>
                    <a:pt x="18025" y="30"/>
                    <a:pt x="1795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987989" y="4608706"/>
              <a:ext cx="167442" cy="56617"/>
            </a:xfrm>
            <a:custGeom>
              <a:avLst/>
              <a:gdLst/>
              <a:ahLst/>
              <a:cxnLst/>
              <a:rect l="l" t="t" r="r" b="b"/>
              <a:pathLst>
                <a:path w="4377" h="1480" extrusionOk="0">
                  <a:moveTo>
                    <a:pt x="3635" y="1"/>
                  </a:moveTo>
                  <a:cubicBezTo>
                    <a:pt x="3626" y="1"/>
                    <a:pt x="3617" y="1"/>
                    <a:pt x="3608" y="1"/>
                  </a:cubicBezTo>
                  <a:cubicBezTo>
                    <a:pt x="3224" y="16"/>
                    <a:pt x="2928" y="312"/>
                    <a:pt x="2898" y="667"/>
                  </a:cubicBezTo>
                  <a:lnTo>
                    <a:pt x="1479" y="667"/>
                  </a:lnTo>
                  <a:cubicBezTo>
                    <a:pt x="1464" y="489"/>
                    <a:pt x="1390" y="327"/>
                    <a:pt x="1242" y="194"/>
                  </a:cubicBezTo>
                  <a:cubicBezTo>
                    <a:pt x="1109" y="75"/>
                    <a:pt x="932" y="1"/>
                    <a:pt x="754" y="1"/>
                  </a:cubicBezTo>
                  <a:lnTo>
                    <a:pt x="725" y="1"/>
                  </a:lnTo>
                  <a:cubicBezTo>
                    <a:pt x="311" y="16"/>
                    <a:pt x="0" y="356"/>
                    <a:pt x="15" y="770"/>
                  </a:cubicBezTo>
                  <a:cubicBezTo>
                    <a:pt x="15" y="948"/>
                    <a:pt x="89" y="1125"/>
                    <a:pt x="222" y="1258"/>
                  </a:cubicBezTo>
                  <a:cubicBezTo>
                    <a:pt x="237" y="1273"/>
                    <a:pt x="237" y="1273"/>
                    <a:pt x="252" y="1288"/>
                  </a:cubicBezTo>
                  <a:cubicBezTo>
                    <a:pt x="385" y="1421"/>
                    <a:pt x="577" y="1480"/>
                    <a:pt x="769" y="1480"/>
                  </a:cubicBezTo>
                  <a:cubicBezTo>
                    <a:pt x="1124" y="1465"/>
                    <a:pt x="1405" y="1214"/>
                    <a:pt x="1464" y="889"/>
                  </a:cubicBezTo>
                  <a:lnTo>
                    <a:pt x="2913" y="889"/>
                  </a:lnTo>
                  <a:cubicBezTo>
                    <a:pt x="2943" y="1036"/>
                    <a:pt x="3002" y="1155"/>
                    <a:pt x="3105" y="1258"/>
                  </a:cubicBezTo>
                  <a:cubicBezTo>
                    <a:pt x="3253" y="1406"/>
                    <a:pt x="3445" y="1480"/>
                    <a:pt x="3652" y="1480"/>
                  </a:cubicBezTo>
                  <a:cubicBezTo>
                    <a:pt x="4066" y="1465"/>
                    <a:pt x="4377" y="1110"/>
                    <a:pt x="4362" y="711"/>
                  </a:cubicBezTo>
                  <a:cubicBezTo>
                    <a:pt x="4348" y="307"/>
                    <a:pt x="4023" y="1"/>
                    <a:pt x="363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" name="Google Shape;372;p28"/>
          <p:cNvGrpSpPr/>
          <p:nvPr/>
        </p:nvGrpSpPr>
        <p:grpSpPr>
          <a:xfrm rot="10800000" flipH="1">
            <a:off x="6957307" y="-836262"/>
            <a:ext cx="2943176" cy="2942600"/>
            <a:chOff x="-564150" y="3589452"/>
            <a:chExt cx="2169844" cy="2038094"/>
          </a:xfrm>
        </p:grpSpPr>
        <p:sp>
          <p:nvSpPr>
            <p:cNvPr id="373" name="Google Shape;373;p28"/>
            <p:cNvSpPr/>
            <p:nvPr/>
          </p:nvSpPr>
          <p:spPr>
            <a:xfrm>
              <a:off x="-434046" y="3735967"/>
              <a:ext cx="1405680" cy="1112073"/>
            </a:xfrm>
            <a:custGeom>
              <a:avLst/>
              <a:gdLst/>
              <a:ahLst/>
              <a:cxnLst/>
              <a:rect l="l" t="t" r="r" b="b"/>
              <a:pathLst>
                <a:path w="36745" h="29070" extrusionOk="0">
                  <a:moveTo>
                    <a:pt x="35414" y="207"/>
                  </a:moveTo>
                  <a:cubicBezTo>
                    <a:pt x="35148" y="488"/>
                    <a:pt x="35133" y="917"/>
                    <a:pt x="35384" y="1213"/>
                  </a:cubicBezTo>
                  <a:lnTo>
                    <a:pt x="35384" y="1213"/>
                  </a:lnTo>
                  <a:lnTo>
                    <a:pt x="28937" y="7645"/>
                  </a:lnTo>
                  <a:lnTo>
                    <a:pt x="23540" y="7645"/>
                  </a:lnTo>
                  <a:lnTo>
                    <a:pt x="15630" y="15555"/>
                  </a:lnTo>
                  <a:lnTo>
                    <a:pt x="15630" y="21174"/>
                  </a:lnTo>
                  <a:lnTo>
                    <a:pt x="10750" y="26054"/>
                  </a:lnTo>
                  <a:lnTo>
                    <a:pt x="2869" y="26054"/>
                  </a:lnTo>
                  <a:lnTo>
                    <a:pt x="2825" y="26054"/>
                  </a:lnTo>
                  <a:lnTo>
                    <a:pt x="1169" y="27710"/>
                  </a:lnTo>
                  <a:cubicBezTo>
                    <a:pt x="1051" y="27621"/>
                    <a:pt x="888" y="27577"/>
                    <a:pt x="725" y="27577"/>
                  </a:cubicBezTo>
                  <a:lnTo>
                    <a:pt x="725" y="27577"/>
                  </a:lnTo>
                  <a:cubicBezTo>
                    <a:pt x="326" y="27606"/>
                    <a:pt x="1" y="27946"/>
                    <a:pt x="16" y="28345"/>
                  </a:cubicBezTo>
                  <a:lnTo>
                    <a:pt x="16" y="28345"/>
                  </a:lnTo>
                  <a:cubicBezTo>
                    <a:pt x="30" y="28538"/>
                    <a:pt x="104" y="28715"/>
                    <a:pt x="237" y="28848"/>
                  </a:cubicBezTo>
                  <a:lnTo>
                    <a:pt x="237" y="28848"/>
                  </a:lnTo>
                  <a:cubicBezTo>
                    <a:pt x="370" y="28981"/>
                    <a:pt x="577" y="29070"/>
                    <a:pt x="784" y="29055"/>
                  </a:cubicBezTo>
                  <a:lnTo>
                    <a:pt x="784" y="29055"/>
                  </a:lnTo>
                  <a:lnTo>
                    <a:pt x="784" y="29055"/>
                  </a:lnTo>
                  <a:cubicBezTo>
                    <a:pt x="1198" y="29040"/>
                    <a:pt x="1509" y="28700"/>
                    <a:pt x="1494" y="28286"/>
                  </a:cubicBezTo>
                  <a:lnTo>
                    <a:pt x="1494" y="28286"/>
                  </a:lnTo>
                  <a:cubicBezTo>
                    <a:pt x="1494" y="28124"/>
                    <a:pt x="1435" y="27976"/>
                    <a:pt x="1331" y="27857"/>
                  </a:cubicBezTo>
                  <a:lnTo>
                    <a:pt x="1331" y="27857"/>
                  </a:lnTo>
                  <a:lnTo>
                    <a:pt x="2914" y="26275"/>
                  </a:lnTo>
                  <a:lnTo>
                    <a:pt x="10795" y="26275"/>
                  </a:lnTo>
                  <a:lnTo>
                    <a:pt x="10839" y="26275"/>
                  </a:lnTo>
                  <a:lnTo>
                    <a:pt x="15852" y="21263"/>
                  </a:lnTo>
                  <a:lnTo>
                    <a:pt x="15852" y="15644"/>
                  </a:lnTo>
                  <a:lnTo>
                    <a:pt x="23629" y="7866"/>
                  </a:lnTo>
                  <a:lnTo>
                    <a:pt x="29026" y="7866"/>
                  </a:lnTo>
                  <a:lnTo>
                    <a:pt x="35547" y="1361"/>
                  </a:lnTo>
                  <a:cubicBezTo>
                    <a:pt x="35828" y="1538"/>
                    <a:pt x="36212" y="1508"/>
                    <a:pt x="36463" y="1257"/>
                  </a:cubicBezTo>
                  <a:lnTo>
                    <a:pt x="36463" y="1257"/>
                  </a:lnTo>
                  <a:cubicBezTo>
                    <a:pt x="36744" y="961"/>
                    <a:pt x="36744" y="503"/>
                    <a:pt x="36463" y="207"/>
                  </a:cubicBezTo>
                  <a:lnTo>
                    <a:pt x="36463" y="207"/>
                  </a:lnTo>
                  <a:cubicBezTo>
                    <a:pt x="36316" y="59"/>
                    <a:pt x="36123" y="0"/>
                    <a:pt x="35931" y="0"/>
                  </a:cubicBezTo>
                  <a:lnTo>
                    <a:pt x="35931" y="0"/>
                  </a:lnTo>
                  <a:cubicBezTo>
                    <a:pt x="35754" y="0"/>
                    <a:pt x="35562" y="59"/>
                    <a:pt x="35414" y="207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232271" y="4016526"/>
              <a:ext cx="867738" cy="1270602"/>
            </a:xfrm>
            <a:custGeom>
              <a:avLst/>
              <a:gdLst/>
              <a:ahLst/>
              <a:cxnLst/>
              <a:rect l="l" t="t" r="r" b="b"/>
              <a:pathLst>
                <a:path w="22683" h="33214" extrusionOk="0">
                  <a:moveTo>
                    <a:pt x="21870" y="0"/>
                  </a:moveTo>
                  <a:cubicBezTo>
                    <a:pt x="21677" y="0"/>
                    <a:pt x="21485" y="74"/>
                    <a:pt x="21352" y="207"/>
                  </a:cubicBezTo>
                  <a:cubicBezTo>
                    <a:pt x="21056" y="503"/>
                    <a:pt x="21056" y="976"/>
                    <a:pt x="21352" y="1257"/>
                  </a:cubicBezTo>
                  <a:cubicBezTo>
                    <a:pt x="21470" y="1390"/>
                    <a:pt x="21648" y="1464"/>
                    <a:pt x="21811" y="1464"/>
                  </a:cubicBezTo>
                  <a:lnTo>
                    <a:pt x="21811" y="5841"/>
                  </a:lnTo>
                  <a:lnTo>
                    <a:pt x="14225" y="13426"/>
                  </a:lnTo>
                  <a:lnTo>
                    <a:pt x="8976" y="13426"/>
                  </a:lnTo>
                  <a:lnTo>
                    <a:pt x="3653" y="18749"/>
                  </a:lnTo>
                  <a:lnTo>
                    <a:pt x="3653" y="29469"/>
                  </a:lnTo>
                  <a:lnTo>
                    <a:pt x="1243" y="31879"/>
                  </a:lnTo>
                  <a:cubicBezTo>
                    <a:pt x="1118" y="31787"/>
                    <a:pt x="967" y="31742"/>
                    <a:pt x="816" y="31742"/>
                  </a:cubicBezTo>
                  <a:cubicBezTo>
                    <a:pt x="627" y="31742"/>
                    <a:pt x="436" y="31813"/>
                    <a:pt x="297" y="31953"/>
                  </a:cubicBezTo>
                  <a:cubicBezTo>
                    <a:pt x="1" y="32249"/>
                    <a:pt x="1" y="32707"/>
                    <a:pt x="297" y="33003"/>
                  </a:cubicBezTo>
                  <a:cubicBezTo>
                    <a:pt x="437" y="33143"/>
                    <a:pt x="626" y="33214"/>
                    <a:pt x="814" y="33214"/>
                  </a:cubicBezTo>
                  <a:cubicBezTo>
                    <a:pt x="1003" y="33214"/>
                    <a:pt x="1191" y="33143"/>
                    <a:pt x="1332" y="33003"/>
                  </a:cubicBezTo>
                  <a:cubicBezTo>
                    <a:pt x="1598" y="32737"/>
                    <a:pt x="1627" y="32323"/>
                    <a:pt x="1406" y="32027"/>
                  </a:cubicBezTo>
                  <a:lnTo>
                    <a:pt x="3875" y="29558"/>
                  </a:lnTo>
                  <a:lnTo>
                    <a:pt x="3875" y="18838"/>
                  </a:lnTo>
                  <a:lnTo>
                    <a:pt x="9065" y="13648"/>
                  </a:lnTo>
                  <a:lnTo>
                    <a:pt x="14314" y="13648"/>
                  </a:lnTo>
                  <a:lnTo>
                    <a:pt x="22032" y="5929"/>
                  </a:lnTo>
                  <a:lnTo>
                    <a:pt x="22032" y="1449"/>
                  </a:lnTo>
                  <a:cubicBezTo>
                    <a:pt x="22165" y="1420"/>
                    <a:pt x="22284" y="1361"/>
                    <a:pt x="22387" y="1257"/>
                  </a:cubicBezTo>
                  <a:cubicBezTo>
                    <a:pt x="22683" y="976"/>
                    <a:pt x="22683" y="503"/>
                    <a:pt x="22387" y="207"/>
                  </a:cubicBezTo>
                  <a:cubicBezTo>
                    <a:pt x="22239" y="74"/>
                    <a:pt x="22062" y="0"/>
                    <a:pt x="2187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-361631" y="4510315"/>
              <a:ext cx="674856" cy="657374"/>
            </a:xfrm>
            <a:custGeom>
              <a:avLst/>
              <a:gdLst/>
              <a:ahLst/>
              <a:cxnLst/>
              <a:rect l="l" t="t" r="r" b="b"/>
              <a:pathLst>
                <a:path w="17641" h="17184" extrusionOk="0">
                  <a:moveTo>
                    <a:pt x="16857" y="1"/>
                  </a:moveTo>
                  <a:cubicBezTo>
                    <a:pt x="16664" y="15"/>
                    <a:pt x="16487" y="104"/>
                    <a:pt x="16354" y="237"/>
                  </a:cubicBezTo>
                  <a:cubicBezTo>
                    <a:pt x="16221" y="385"/>
                    <a:pt x="16147" y="577"/>
                    <a:pt x="16147" y="769"/>
                  </a:cubicBezTo>
                  <a:cubicBezTo>
                    <a:pt x="16162" y="962"/>
                    <a:pt x="16236" y="1139"/>
                    <a:pt x="16369" y="1272"/>
                  </a:cubicBezTo>
                  <a:cubicBezTo>
                    <a:pt x="16369" y="1272"/>
                    <a:pt x="16383" y="1287"/>
                    <a:pt x="16383" y="1287"/>
                  </a:cubicBezTo>
                  <a:cubicBezTo>
                    <a:pt x="16502" y="1390"/>
                    <a:pt x="16650" y="1464"/>
                    <a:pt x="16812" y="1479"/>
                  </a:cubicBezTo>
                  <a:lnTo>
                    <a:pt x="16812" y="5826"/>
                  </a:lnTo>
                  <a:lnTo>
                    <a:pt x="9064" y="13574"/>
                  </a:lnTo>
                  <a:lnTo>
                    <a:pt x="3416" y="13574"/>
                  </a:lnTo>
                  <a:lnTo>
                    <a:pt x="1154" y="15837"/>
                  </a:lnTo>
                  <a:cubicBezTo>
                    <a:pt x="1050" y="15759"/>
                    <a:pt x="925" y="15715"/>
                    <a:pt x="786" y="15715"/>
                  </a:cubicBezTo>
                  <a:cubicBezTo>
                    <a:pt x="766" y="15715"/>
                    <a:pt x="746" y="15716"/>
                    <a:pt x="725" y="15718"/>
                  </a:cubicBezTo>
                  <a:cubicBezTo>
                    <a:pt x="311" y="15733"/>
                    <a:pt x="0" y="16073"/>
                    <a:pt x="15" y="16472"/>
                  </a:cubicBezTo>
                  <a:cubicBezTo>
                    <a:pt x="15" y="16665"/>
                    <a:pt x="104" y="16842"/>
                    <a:pt x="222" y="16975"/>
                  </a:cubicBezTo>
                  <a:cubicBezTo>
                    <a:pt x="359" y="17098"/>
                    <a:pt x="534" y="17184"/>
                    <a:pt x="736" y="17184"/>
                  </a:cubicBezTo>
                  <a:cubicBezTo>
                    <a:pt x="752" y="17184"/>
                    <a:pt x="768" y="17183"/>
                    <a:pt x="784" y="17182"/>
                  </a:cubicBezTo>
                  <a:cubicBezTo>
                    <a:pt x="1183" y="17167"/>
                    <a:pt x="1509" y="16827"/>
                    <a:pt x="1494" y="16428"/>
                  </a:cubicBezTo>
                  <a:cubicBezTo>
                    <a:pt x="1479" y="16251"/>
                    <a:pt x="1420" y="16103"/>
                    <a:pt x="1316" y="15984"/>
                  </a:cubicBezTo>
                  <a:lnTo>
                    <a:pt x="3505" y="13796"/>
                  </a:lnTo>
                  <a:lnTo>
                    <a:pt x="9153" y="13796"/>
                  </a:lnTo>
                  <a:lnTo>
                    <a:pt x="17034" y="5915"/>
                  </a:lnTo>
                  <a:lnTo>
                    <a:pt x="17034" y="1464"/>
                  </a:lnTo>
                  <a:cubicBezTo>
                    <a:pt x="17182" y="1435"/>
                    <a:pt x="17330" y="1361"/>
                    <a:pt x="17433" y="1243"/>
                  </a:cubicBezTo>
                  <a:cubicBezTo>
                    <a:pt x="17566" y="1095"/>
                    <a:pt x="17640" y="917"/>
                    <a:pt x="17626" y="710"/>
                  </a:cubicBezTo>
                  <a:cubicBezTo>
                    <a:pt x="17626" y="518"/>
                    <a:pt x="17537" y="341"/>
                    <a:pt x="17389" y="208"/>
                  </a:cubicBezTo>
                  <a:cubicBezTo>
                    <a:pt x="17256" y="74"/>
                    <a:pt x="17078" y="1"/>
                    <a:pt x="168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248108" y="3801573"/>
              <a:ext cx="763685" cy="661850"/>
            </a:xfrm>
            <a:custGeom>
              <a:avLst/>
              <a:gdLst/>
              <a:ahLst/>
              <a:cxnLst/>
              <a:rect l="l" t="t" r="r" b="b"/>
              <a:pathLst>
                <a:path w="19963" h="17301" extrusionOk="0">
                  <a:moveTo>
                    <a:pt x="19149" y="0"/>
                  </a:moveTo>
                  <a:cubicBezTo>
                    <a:pt x="18972" y="0"/>
                    <a:pt x="18779" y="60"/>
                    <a:pt x="18631" y="207"/>
                  </a:cubicBezTo>
                  <a:cubicBezTo>
                    <a:pt x="18365" y="474"/>
                    <a:pt x="18351" y="902"/>
                    <a:pt x="18572" y="1183"/>
                  </a:cubicBezTo>
                  <a:lnTo>
                    <a:pt x="11046" y="8724"/>
                  </a:lnTo>
                  <a:lnTo>
                    <a:pt x="5841" y="8724"/>
                  </a:lnTo>
                  <a:lnTo>
                    <a:pt x="622" y="13929"/>
                  </a:lnTo>
                  <a:lnTo>
                    <a:pt x="622" y="15851"/>
                  </a:lnTo>
                  <a:cubicBezTo>
                    <a:pt x="504" y="15881"/>
                    <a:pt x="385" y="15940"/>
                    <a:pt x="297" y="16043"/>
                  </a:cubicBezTo>
                  <a:cubicBezTo>
                    <a:pt x="1" y="16324"/>
                    <a:pt x="1" y="16798"/>
                    <a:pt x="297" y="17078"/>
                  </a:cubicBezTo>
                  <a:cubicBezTo>
                    <a:pt x="437" y="17226"/>
                    <a:pt x="626" y="17300"/>
                    <a:pt x="814" y="17300"/>
                  </a:cubicBezTo>
                  <a:cubicBezTo>
                    <a:pt x="1003" y="17300"/>
                    <a:pt x="1191" y="17226"/>
                    <a:pt x="1332" y="17078"/>
                  </a:cubicBezTo>
                  <a:cubicBezTo>
                    <a:pt x="1627" y="16798"/>
                    <a:pt x="1627" y="16324"/>
                    <a:pt x="1332" y="16043"/>
                  </a:cubicBezTo>
                  <a:cubicBezTo>
                    <a:pt x="1199" y="15896"/>
                    <a:pt x="1021" y="15836"/>
                    <a:pt x="844" y="15822"/>
                  </a:cubicBezTo>
                  <a:lnTo>
                    <a:pt x="844" y="14033"/>
                  </a:lnTo>
                  <a:lnTo>
                    <a:pt x="5930" y="8946"/>
                  </a:lnTo>
                  <a:lnTo>
                    <a:pt x="11135" y="8946"/>
                  </a:lnTo>
                  <a:lnTo>
                    <a:pt x="18735" y="1346"/>
                  </a:lnTo>
                  <a:cubicBezTo>
                    <a:pt x="18863" y="1429"/>
                    <a:pt x="19008" y="1471"/>
                    <a:pt x="19153" y="1471"/>
                  </a:cubicBezTo>
                  <a:cubicBezTo>
                    <a:pt x="19342" y="1471"/>
                    <a:pt x="19530" y="1400"/>
                    <a:pt x="19681" y="1257"/>
                  </a:cubicBezTo>
                  <a:cubicBezTo>
                    <a:pt x="19962" y="962"/>
                    <a:pt x="19962" y="503"/>
                    <a:pt x="19681" y="207"/>
                  </a:cubicBezTo>
                  <a:cubicBezTo>
                    <a:pt x="19533" y="60"/>
                    <a:pt x="19341" y="0"/>
                    <a:pt x="1914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-277356" y="5105939"/>
              <a:ext cx="470651" cy="221841"/>
            </a:xfrm>
            <a:custGeom>
              <a:avLst/>
              <a:gdLst/>
              <a:ahLst/>
              <a:cxnLst/>
              <a:rect l="l" t="t" r="r" b="b"/>
              <a:pathLst>
                <a:path w="12303" h="5799" extrusionOk="0">
                  <a:moveTo>
                    <a:pt x="11519" y="0"/>
                  </a:moveTo>
                  <a:cubicBezTo>
                    <a:pt x="11164" y="15"/>
                    <a:pt x="10883" y="267"/>
                    <a:pt x="10824" y="607"/>
                  </a:cubicBezTo>
                  <a:lnTo>
                    <a:pt x="4939" y="607"/>
                  </a:lnTo>
                  <a:lnTo>
                    <a:pt x="1124" y="4421"/>
                  </a:lnTo>
                  <a:cubicBezTo>
                    <a:pt x="1006" y="4362"/>
                    <a:pt x="873" y="4318"/>
                    <a:pt x="725" y="4318"/>
                  </a:cubicBezTo>
                  <a:cubicBezTo>
                    <a:pt x="326" y="4333"/>
                    <a:pt x="1" y="4688"/>
                    <a:pt x="15" y="5087"/>
                  </a:cubicBezTo>
                  <a:cubicBezTo>
                    <a:pt x="30" y="5279"/>
                    <a:pt x="104" y="5457"/>
                    <a:pt x="237" y="5590"/>
                  </a:cubicBezTo>
                  <a:cubicBezTo>
                    <a:pt x="237" y="5590"/>
                    <a:pt x="252" y="5604"/>
                    <a:pt x="252" y="5604"/>
                  </a:cubicBezTo>
                  <a:cubicBezTo>
                    <a:pt x="387" y="5726"/>
                    <a:pt x="560" y="5798"/>
                    <a:pt x="735" y="5798"/>
                  </a:cubicBezTo>
                  <a:cubicBezTo>
                    <a:pt x="752" y="5798"/>
                    <a:pt x="768" y="5798"/>
                    <a:pt x="784" y="5797"/>
                  </a:cubicBezTo>
                  <a:cubicBezTo>
                    <a:pt x="1198" y="5782"/>
                    <a:pt x="1509" y="5442"/>
                    <a:pt x="1494" y="5028"/>
                  </a:cubicBezTo>
                  <a:cubicBezTo>
                    <a:pt x="1494" y="4850"/>
                    <a:pt x="1405" y="4688"/>
                    <a:pt x="1302" y="4569"/>
                  </a:cubicBezTo>
                  <a:lnTo>
                    <a:pt x="5028" y="828"/>
                  </a:lnTo>
                  <a:lnTo>
                    <a:pt x="10824" y="828"/>
                  </a:lnTo>
                  <a:cubicBezTo>
                    <a:pt x="10839" y="991"/>
                    <a:pt x="10913" y="1139"/>
                    <a:pt x="11031" y="1257"/>
                  </a:cubicBezTo>
                  <a:cubicBezTo>
                    <a:pt x="11154" y="1381"/>
                    <a:pt x="11341" y="1466"/>
                    <a:pt x="11533" y="1466"/>
                  </a:cubicBezTo>
                  <a:cubicBezTo>
                    <a:pt x="11548" y="1466"/>
                    <a:pt x="11563" y="1465"/>
                    <a:pt x="11578" y="1464"/>
                  </a:cubicBezTo>
                  <a:cubicBezTo>
                    <a:pt x="11977" y="1449"/>
                    <a:pt x="12303" y="1109"/>
                    <a:pt x="12288" y="710"/>
                  </a:cubicBezTo>
                  <a:cubicBezTo>
                    <a:pt x="12273" y="311"/>
                    <a:pt x="11948" y="0"/>
                    <a:pt x="1154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-301686" y="4910228"/>
              <a:ext cx="597926" cy="532357"/>
            </a:xfrm>
            <a:custGeom>
              <a:avLst/>
              <a:gdLst/>
              <a:ahLst/>
              <a:cxnLst/>
              <a:rect l="l" t="t" r="r" b="b"/>
              <a:pathLst>
                <a:path w="15630" h="13916" extrusionOk="0">
                  <a:moveTo>
                    <a:pt x="14831" y="0"/>
                  </a:moveTo>
                  <a:cubicBezTo>
                    <a:pt x="14639" y="0"/>
                    <a:pt x="14447" y="60"/>
                    <a:pt x="14299" y="207"/>
                  </a:cubicBezTo>
                  <a:cubicBezTo>
                    <a:pt x="14018" y="503"/>
                    <a:pt x="14018" y="961"/>
                    <a:pt x="14299" y="1257"/>
                  </a:cubicBezTo>
                  <a:cubicBezTo>
                    <a:pt x="14432" y="1376"/>
                    <a:pt x="14580" y="1449"/>
                    <a:pt x="14743" y="1464"/>
                  </a:cubicBezTo>
                  <a:lnTo>
                    <a:pt x="14743" y="5974"/>
                  </a:lnTo>
                  <a:lnTo>
                    <a:pt x="12303" y="8429"/>
                  </a:lnTo>
                  <a:lnTo>
                    <a:pt x="5383" y="8429"/>
                  </a:lnTo>
                  <a:lnTo>
                    <a:pt x="1198" y="12598"/>
                  </a:lnTo>
                  <a:cubicBezTo>
                    <a:pt x="1065" y="12495"/>
                    <a:pt x="903" y="12436"/>
                    <a:pt x="725" y="12436"/>
                  </a:cubicBezTo>
                  <a:cubicBezTo>
                    <a:pt x="311" y="12465"/>
                    <a:pt x="1" y="12805"/>
                    <a:pt x="15" y="13204"/>
                  </a:cubicBezTo>
                  <a:cubicBezTo>
                    <a:pt x="15" y="13397"/>
                    <a:pt x="104" y="13574"/>
                    <a:pt x="222" y="13707"/>
                  </a:cubicBezTo>
                  <a:cubicBezTo>
                    <a:pt x="360" y="13831"/>
                    <a:pt x="535" y="13916"/>
                    <a:pt x="725" y="13916"/>
                  </a:cubicBezTo>
                  <a:cubicBezTo>
                    <a:pt x="739" y="13916"/>
                    <a:pt x="754" y="13915"/>
                    <a:pt x="770" y="13914"/>
                  </a:cubicBezTo>
                  <a:cubicBezTo>
                    <a:pt x="1184" y="13899"/>
                    <a:pt x="1509" y="13559"/>
                    <a:pt x="1479" y="13145"/>
                  </a:cubicBezTo>
                  <a:cubicBezTo>
                    <a:pt x="1479" y="13012"/>
                    <a:pt x="1435" y="12879"/>
                    <a:pt x="1361" y="12761"/>
                  </a:cubicBezTo>
                  <a:lnTo>
                    <a:pt x="5472" y="8650"/>
                  </a:lnTo>
                  <a:lnTo>
                    <a:pt x="12392" y="8650"/>
                  </a:lnTo>
                  <a:lnTo>
                    <a:pt x="14964" y="6063"/>
                  </a:lnTo>
                  <a:lnTo>
                    <a:pt x="14964" y="1464"/>
                  </a:lnTo>
                  <a:cubicBezTo>
                    <a:pt x="15112" y="1435"/>
                    <a:pt x="15245" y="1361"/>
                    <a:pt x="15349" y="1257"/>
                  </a:cubicBezTo>
                  <a:cubicBezTo>
                    <a:pt x="15630" y="961"/>
                    <a:pt x="15630" y="503"/>
                    <a:pt x="15349" y="207"/>
                  </a:cubicBezTo>
                  <a:cubicBezTo>
                    <a:pt x="15201" y="60"/>
                    <a:pt x="15009" y="0"/>
                    <a:pt x="1483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-195912" y="3984277"/>
              <a:ext cx="1620061" cy="1527905"/>
            </a:xfrm>
            <a:custGeom>
              <a:avLst/>
              <a:gdLst/>
              <a:ahLst/>
              <a:cxnLst/>
              <a:rect l="l" t="t" r="r" b="b"/>
              <a:pathLst>
                <a:path w="42349" h="39940" extrusionOk="0">
                  <a:moveTo>
                    <a:pt x="35118" y="0"/>
                  </a:moveTo>
                  <a:cubicBezTo>
                    <a:pt x="34926" y="0"/>
                    <a:pt x="34748" y="74"/>
                    <a:pt x="34600" y="222"/>
                  </a:cubicBezTo>
                  <a:cubicBezTo>
                    <a:pt x="34305" y="518"/>
                    <a:pt x="34305" y="976"/>
                    <a:pt x="34600" y="1272"/>
                  </a:cubicBezTo>
                  <a:cubicBezTo>
                    <a:pt x="34748" y="1420"/>
                    <a:pt x="34941" y="1479"/>
                    <a:pt x="35133" y="1479"/>
                  </a:cubicBezTo>
                  <a:lnTo>
                    <a:pt x="35133" y="7586"/>
                  </a:lnTo>
                  <a:lnTo>
                    <a:pt x="33994" y="8724"/>
                  </a:lnTo>
                  <a:lnTo>
                    <a:pt x="33994" y="8902"/>
                  </a:lnTo>
                  <a:lnTo>
                    <a:pt x="26601" y="16310"/>
                  </a:lnTo>
                  <a:lnTo>
                    <a:pt x="21544" y="16310"/>
                  </a:lnTo>
                  <a:lnTo>
                    <a:pt x="17419" y="20435"/>
                  </a:lnTo>
                  <a:lnTo>
                    <a:pt x="17419" y="31318"/>
                  </a:lnTo>
                  <a:lnTo>
                    <a:pt x="12953" y="35783"/>
                  </a:lnTo>
                  <a:lnTo>
                    <a:pt x="4037" y="35783"/>
                  </a:lnTo>
                  <a:lnTo>
                    <a:pt x="1198" y="38622"/>
                  </a:lnTo>
                  <a:cubicBezTo>
                    <a:pt x="1065" y="38518"/>
                    <a:pt x="888" y="38459"/>
                    <a:pt x="725" y="38459"/>
                  </a:cubicBezTo>
                  <a:cubicBezTo>
                    <a:pt x="518" y="38474"/>
                    <a:pt x="341" y="38563"/>
                    <a:pt x="208" y="38696"/>
                  </a:cubicBezTo>
                  <a:cubicBezTo>
                    <a:pt x="75" y="38844"/>
                    <a:pt x="1" y="39036"/>
                    <a:pt x="16" y="39228"/>
                  </a:cubicBezTo>
                  <a:cubicBezTo>
                    <a:pt x="16" y="39420"/>
                    <a:pt x="89" y="39598"/>
                    <a:pt x="223" y="39731"/>
                  </a:cubicBezTo>
                  <a:cubicBezTo>
                    <a:pt x="237" y="39731"/>
                    <a:pt x="237" y="39746"/>
                    <a:pt x="252" y="39746"/>
                  </a:cubicBezTo>
                  <a:cubicBezTo>
                    <a:pt x="387" y="39868"/>
                    <a:pt x="548" y="39940"/>
                    <a:pt x="733" y="39940"/>
                  </a:cubicBezTo>
                  <a:cubicBezTo>
                    <a:pt x="750" y="39940"/>
                    <a:pt x="767" y="39939"/>
                    <a:pt x="784" y="39938"/>
                  </a:cubicBezTo>
                  <a:cubicBezTo>
                    <a:pt x="977" y="39938"/>
                    <a:pt x="1154" y="39849"/>
                    <a:pt x="1287" y="39701"/>
                  </a:cubicBezTo>
                  <a:cubicBezTo>
                    <a:pt x="1420" y="39568"/>
                    <a:pt x="1494" y="39376"/>
                    <a:pt x="1494" y="39169"/>
                  </a:cubicBezTo>
                  <a:cubicBezTo>
                    <a:pt x="1479" y="39036"/>
                    <a:pt x="1435" y="38888"/>
                    <a:pt x="1346" y="38770"/>
                  </a:cubicBezTo>
                  <a:lnTo>
                    <a:pt x="4126" y="36005"/>
                  </a:lnTo>
                  <a:lnTo>
                    <a:pt x="13042" y="36005"/>
                  </a:lnTo>
                  <a:lnTo>
                    <a:pt x="17641" y="31406"/>
                  </a:lnTo>
                  <a:lnTo>
                    <a:pt x="17641" y="20524"/>
                  </a:lnTo>
                  <a:lnTo>
                    <a:pt x="21633" y="16517"/>
                  </a:lnTo>
                  <a:lnTo>
                    <a:pt x="26690" y="16517"/>
                  </a:lnTo>
                  <a:lnTo>
                    <a:pt x="33994" y="9212"/>
                  </a:lnTo>
                  <a:lnTo>
                    <a:pt x="33994" y="12125"/>
                  </a:lnTo>
                  <a:lnTo>
                    <a:pt x="38016" y="12125"/>
                  </a:lnTo>
                  <a:lnTo>
                    <a:pt x="42171" y="7970"/>
                  </a:lnTo>
                  <a:lnTo>
                    <a:pt x="42348" y="7793"/>
                  </a:lnTo>
                  <a:cubicBezTo>
                    <a:pt x="42289" y="7748"/>
                    <a:pt x="42245" y="7689"/>
                    <a:pt x="42186" y="7645"/>
                  </a:cubicBezTo>
                  <a:lnTo>
                    <a:pt x="37913" y="11903"/>
                  </a:lnTo>
                  <a:lnTo>
                    <a:pt x="34216" y="11903"/>
                  </a:lnTo>
                  <a:lnTo>
                    <a:pt x="34216" y="9005"/>
                  </a:lnTo>
                  <a:lnTo>
                    <a:pt x="35355" y="7867"/>
                  </a:lnTo>
                  <a:lnTo>
                    <a:pt x="35355" y="7689"/>
                  </a:lnTo>
                  <a:lnTo>
                    <a:pt x="39598" y="3446"/>
                  </a:lnTo>
                  <a:cubicBezTo>
                    <a:pt x="39569" y="3372"/>
                    <a:pt x="39539" y="3298"/>
                    <a:pt x="39509" y="3224"/>
                  </a:cubicBezTo>
                  <a:lnTo>
                    <a:pt x="38874" y="3845"/>
                  </a:lnTo>
                  <a:lnTo>
                    <a:pt x="35355" y="7379"/>
                  </a:lnTo>
                  <a:lnTo>
                    <a:pt x="35355" y="1449"/>
                  </a:lnTo>
                  <a:cubicBezTo>
                    <a:pt x="35458" y="1405"/>
                    <a:pt x="35562" y="1346"/>
                    <a:pt x="35650" y="1272"/>
                  </a:cubicBezTo>
                  <a:cubicBezTo>
                    <a:pt x="35931" y="976"/>
                    <a:pt x="35931" y="518"/>
                    <a:pt x="35650" y="222"/>
                  </a:cubicBezTo>
                  <a:cubicBezTo>
                    <a:pt x="35502" y="74"/>
                    <a:pt x="35310" y="0"/>
                    <a:pt x="3511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-564150" y="3615465"/>
              <a:ext cx="1260311" cy="1109280"/>
            </a:xfrm>
            <a:custGeom>
              <a:avLst/>
              <a:gdLst/>
              <a:ahLst/>
              <a:cxnLst/>
              <a:rect l="l" t="t" r="r" b="b"/>
              <a:pathLst>
                <a:path w="32945" h="28997" extrusionOk="0">
                  <a:moveTo>
                    <a:pt x="32131" y="1"/>
                  </a:moveTo>
                  <a:cubicBezTo>
                    <a:pt x="31954" y="1"/>
                    <a:pt x="31762" y="75"/>
                    <a:pt x="31614" y="208"/>
                  </a:cubicBezTo>
                  <a:cubicBezTo>
                    <a:pt x="31496" y="326"/>
                    <a:pt x="31436" y="474"/>
                    <a:pt x="31407" y="622"/>
                  </a:cubicBezTo>
                  <a:lnTo>
                    <a:pt x="27001" y="622"/>
                  </a:lnTo>
                  <a:lnTo>
                    <a:pt x="21796" y="5841"/>
                  </a:lnTo>
                  <a:lnTo>
                    <a:pt x="21796" y="11105"/>
                  </a:lnTo>
                  <a:lnTo>
                    <a:pt x="14196" y="18705"/>
                  </a:lnTo>
                  <a:lnTo>
                    <a:pt x="8961" y="18705"/>
                  </a:lnTo>
                  <a:lnTo>
                    <a:pt x="4304" y="23363"/>
                  </a:lnTo>
                  <a:cubicBezTo>
                    <a:pt x="4171" y="23259"/>
                    <a:pt x="4008" y="23215"/>
                    <a:pt x="3845" y="23215"/>
                  </a:cubicBezTo>
                  <a:cubicBezTo>
                    <a:pt x="3638" y="23230"/>
                    <a:pt x="3461" y="23304"/>
                    <a:pt x="3328" y="23452"/>
                  </a:cubicBezTo>
                  <a:cubicBezTo>
                    <a:pt x="3195" y="23600"/>
                    <a:pt x="3121" y="23792"/>
                    <a:pt x="3136" y="23984"/>
                  </a:cubicBezTo>
                  <a:cubicBezTo>
                    <a:pt x="3136" y="24176"/>
                    <a:pt x="3210" y="24339"/>
                    <a:pt x="3343" y="24472"/>
                  </a:cubicBezTo>
                  <a:cubicBezTo>
                    <a:pt x="3357" y="24487"/>
                    <a:pt x="3357" y="24487"/>
                    <a:pt x="3372" y="24502"/>
                  </a:cubicBezTo>
                  <a:cubicBezTo>
                    <a:pt x="3505" y="24635"/>
                    <a:pt x="3697" y="24694"/>
                    <a:pt x="3890" y="24694"/>
                  </a:cubicBezTo>
                  <a:cubicBezTo>
                    <a:pt x="3964" y="24694"/>
                    <a:pt x="4038" y="24664"/>
                    <a:pt x="4111" y="24649"/>
                  </a:cubicBezTo>
                  <a:lnTo>
                    <a:pt x="4111" y="24649"/>
                  </a:lnTo>
                  <a:lnTo>
                    <a:pt x="1125" y="27621"/>
                  </a:lnTo>
                  <a:cubicBezTo>
                    <a:pt x="1006" y="27547"/>
                    <a:pt x="859" y="27518"/>
                    <a:pt x="711" y="27518"/>
                  </a:cubicBezTo>
                  <a:cubicBezTo>
                    <a:pt x="518" y="27518"/>
                    <a:pt x="341" y="27607"/>
                    <a:pt x="208" y="27754"/>
                  </a:cubicBezTo>
                  <a:cubicBezTo>
                    <a:pt x="60" y="27902"/>
                    <a:pt x="1" y="28080"/>
                    <a:pt x="1" y="28287"/>
                  </a:cubicBezTo>
                  <a:cubicBezTo>
                    <a:pt x="16" y="28479"/>
                    <a:pt x="90" y="28642"/>
                    <a:pt x="223" y="28775"/>
                  </a:cubicBezTo>
                  <a:cubicBezTo>
                    <a:pt x="223" y="28790"/>
                    <a:pt x="237" y="28790"/>
                    <a:pt x="237" y="28804"/>
                  </a:cubicBezTo>
                  <a:cubicBezTo>
                    <a:pt x="385" y="28937"/>
                    <a:pt x="578" y="28997"/>
                    <a:pt x="770" y="28997"/>
                  </a:cubicBezTo>
                  <a:cubicBezTo>
                    <a:pt x="962" y="28982"/>
                    <a:pt x="1154" y="28908"/>
                    <a:pt x="1287" y="28760"/>
                  </a:cubicBezTo>
                  <a:cubicBezTo>
                    <a:pt x="1420" y="28612"/>
                    <a:pt x="1494" y="28420"/>
                    <a:pt x="1480" y="28228"/>
                  </a:cubicBezTo>
                  <a:cubicBezTo>
                    <a:pt x="1480" y="28050"/>
                    <a:pt x="1406" y="27902"/>
                    <a:pt x="1302" y="27769"/>
                  </a:cubicBezTo>
                  <a:lnTo>
                    <a:pt x="4259" y="24812"/>
                  </a:lnTo>
                  <a:cubicBezTo>
                    <a:pt x="4392" y="24945"/>
                    <a:pt x="4585" y="25004"/>
                    <a:pt x="4762" y="25004"/>
                  </a:cubicBezTo>
                  <a:cubicBezTo>
                    <a:pt x="4969" y="24989"/>
                    <a:pt x="5147" y="24901"/>
                    <a:pt x="5280" y="24768"/>
                  </a:cubicBezTo>
                  <a:cubicBezTo>
                    <a:pt x="5413" y="24620"/>
                    <a:pt x="5487" y="24428"/>
                    <a:pt x="5472" y="24235"/>
                  </a:cubicBezTo>
                  <a:cubicBezTo>
                    <a:pt x="5472" y="24206"/>
                    <a:pt x="5472" y="24176"/>
                    <a:pt x="5457" y="24132"/>
                  </a:cubicBezTo>
                  <a:lnTo>
                    <a:pt x="5457" y="24132"/>
                  </a:lnTo>
                  <a:cubicBezTo>
                    <a:pt x="5487" y="24191"/>
                    <a:pt x="5531" y="24235"/>
                    <a:pt x="5561" y="24265"/>
                  </a:cubicBezTo>
                  <a:cubicBezTo>
                    <a:pt x="5575" y="24280"/>
                    <a:pt x="5575" y="24280"/>
                    <a:pt x="5590" y="24295"/>
                  </a:cubicBezTo>
                  <a:cubicBezTo>
                    <a:pt x="5725" y="24416"/>
                    <a:pt x="5886" y="24489"/>
                    <a:pt x="6071" y="24489"/>
                  </a:cubicBezTo>
                  <a:cubicBezTo>
                    <a:pt x="6088" y="24489"/>
                    <a:pt x="6105" y="24488"/>
                    <a:pt x="6122" y="24487"/>
                  </a:cubicBezTo>
                  <a:cubicBezTo>
                    <a:pt x="6315" y="24472"/>
                    <a:pt x="6492" y="24398"/>
                    <a:pt x="6625" y="24250"/>
                  </a:cubicBezTo>
                  <a:cubicBezTo>
                    <a:pt x="6729" y="24147"/>
                    <a:pt x="6788" y="24028"/>
                    <a:pt x="6817" y="23895"/>
                  </a:cubicBezTo>
                  <a:lnTo>
                    <a:pt x="11712" y="23895"/>
                  </a:lnTo>
                  <a:lnTo>
                    <a:pt x="12436" y="23171"/>
                  </a:lnTo>
                  <a:lnTo>
                    <a:pt x="12436" y="21382"/>
                  </a:lnTo>
                  <a:cubicBezTo>
                    <a:pt x="12584" y="21352"/>
                    <a:pt x="12717" y="21278"/>
                    <a:pt x="12821" y="21160"/>
                  </a:cubicBezTo>
                  <a:cubicBezTo>
                    <a:pt x="12954" y="21027"/>
                    <a:pt x="13028" y="20835"/>
                    <a:pt x="13013" y="20642"/>
                  </a:cubicBezTo>
                  <a:cubicBezTo>
                    <a:pt x="12998" y="20435"/>
                    <a:pt x="12909" y="20258"/>
                    <a:pt x="12776" y="20125"/>
                  </a:cubicBezTo>
                  <a:cubicBezTo>
                    <a:pt x="12641" y="20003"/>
                    <a:pt x="12468" y="19931"/>
                    <a:pt x="12293" y="19931"/>
                  </a:cubicBezTo>
                  <a:cubicBezTo>
                    <a:pt x="12276" y="19931"/>
                    <a:pt x="12260" y="19931"/>
                    <a:pt x="12244" y="19933"/>
                  </a:cubicBezTo>
                  <a:cubicBezTo>
                    <a:pt x="12052" y="19933"/>
                    <a:pt x="11859" y="20021"/>
                    <a:pt x="11726" y="20169"/>
                  </a:cubicBezTo>
                  <a:cubicBezTo>
                    <a:pt x="11593" y="20302"/>
                    <a:pt x="11534" y="20494"/>
                    <a:pt x="11534" y="20687"/>
                  </a:cubicBezTo>
                  <a:cubicBezTo>
                    <a:pt x="11549" y="20879"/>
                    <a:pt x="11623" y="21056"/>
                    <a:pt x="11756" y="21189"/>
                  </a:cubicBezTo>
                  <a:cubicBezTo>
                    <a:pt x="11756" y="21189"/>
                    <a:pt x="11771" y="21204"/>
                    <a:pt x="11771" y="21204"/>
                  </a:cubicBezTo>
                  <a:cubicBezTo>
                    <a:pt x="11904" y="21322"/>
                    <a:pt x="12052" y="21382"/>
                    <a:pt x="12214" y="21396"/>
                  </a:cubicBezTo>
                  <a:lnTo>
                    <a:pt x="12214" y="23082"/>
                  </a:lnTo>
                  <a:lnTo>
                    <a:pt x="11623" y="23673"/>
                  </a:lnTo>
                  <a:lnTo>
                    <a:pt x="6817" y="23673"/>
                  </a:lnTo>
                  <a:cubicBezTo>
                    <a:pt x="6803" y="23496"/>
                    <a:pt x="6729" y="23333"/>
                    <a:pt x="6596" y="23200"/>
                  </a:cubicBezTo>
                  <a:cubicBezTo>
                    <a:pt x="6448" y="23067"/>
                    <a:pt x="6255" y="23008"/>
                    <a:pt x="6063" y="23008"/>
                  </a:cubicBezTo>
                  <a:cubicBezTo>
                    <a:pt x="5856" y="23023"/>
                    <a:pt x="5679" y="23097"/>
                    <a:pt x="5546" y="23245"/>
                  </a:cubicBezTo>
                  <a:cubicBezTo>
                    <a:pt x="5413" y="23393"/>
                    <a:pt x="5339" y="23585"/>
                    <a:pt x="5354" y="23777"/>
                  </a:cubicBezTo>
                  <a:cubicBezTo>
                    <a:pt x="5354" y="23807"/>
                    <a:pt x="5354" y="23836"/>
                    <a:pt x="5368" y="23866"/>
                  </a:cubicBezTo>
                  <a:cubicBezTo>
                    <a:pt x="5324" y="23821"/>
                    <a:pt x="5294" y="23762"/>
                    <a:pt x="5235" y="23718"/>
                  </a:cubicBezTo>
                  <a:cubicBezTo>
                    <a:pt x="5113" y="23596"/>
                    <a:pt x="4942" y="23524"/>
                    <a:pt x="4755" y="23524"/>
                  </a:cubicBezTo>
                  <a:cubicBezTo>
                    <a:pt x="4738" y="23524"/>
                    <a:pt x="4720" y="23524"/>
                    <a:pt x="4703" y="23526"/>
                  </a:cubicBezTo>
                  <a:cubicBezTo>
                    <a:pt x="4629" y="23526"/>
                    <a:pt x="4570" y="23540"/>
                    <a:pt x="4496" y="23570"/>
                  </a:cubicBezTo>
                  <a:cubicBezTo>
                    <a:pt x="4481" y="23555"/>
                    <a:pt x="4466" y="23526"/>
                    <a:pt x="4452" y="23511"/>
                  </a:cubicBezTo>
                  <a:lnTo>
                    <a:pt x="9050" y="18927"/>
                  </a:lnTo>
                  <a:lnTo>
                    <a:pt x="14284" y="18927"/>
                  </a:lnTo>
                  <a:lnTo>
                    <a:pt x="22018" y="11194"/>
                  </a:lnTo>
                  <a:lnTo>
                    <a:pt x="22018" y="5930"/>
                  </a:lnTo>
                  <a:lnTo>
                    <a:pt x="27104" y="844"/>
                  </a:lnTo>
                  <a:lnTo>
                    <a:pt x="31407" y="844"/>
                  </a:lnTo>
                  <a:cubicBezTo>
                    <a:pt x="31436" y="991"/>
                    <a:pt x="31496" y="1139"/>
                    <a:pt x="31614" y="1258"/>
                  </a:cubicBezTo>
                  <a:cubicBezTo>
                    <a:pt x="31762" y="1405"/>
                    <a:pt x="31950" y="1479"/>
                    <a:pt x="32139" y="1479"/>
                  </a:cubicBezTo>
                  <a:cubicBezTo>
                    <a:pt x="32327" y="1479"/>
                    <a:pt x="32516" y="1405"/>
                    <a:pt x="32664" y="1258"/>
                  </a:cubicBezTo>
                  <a:cubicBezTo>
                    <a:pt x="32945" y="977"/>
                    <a:pt x="32945" y="504"/>
                    <a:pt x="32664" y="208"/>
                  </a:cubicBezTo>
                  <a:cubicBezTo>
                    <a:pt x="32516" y="75"/>
                    <a:pt x="32324" y="1"/>
                    <a:pt x="32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-186272" y="3843998"/>
              <a:ext cx="422565" cy="419160"/>
            </a:xfrm>
            <a:custGeom>
              <a:avLst/>
              <a:gdLst/>
              <a:ahLst/>
              <a:cxnLst/>
              <a:rect l="l" t="t" r="r" b="b"/>
              <a:pathLst>
                <a:path w="11046" h="10957" extrusionOk="0">
                  <a:moveTo>
                    <a:pt x="10232" y="0"/>
                  </a:moveTo>
                  <a:cubicBezTo>
                    <a:pt x="10040" y="0"/>
                    <a:pt x="9862" y="74"/>
                    <a:pt x="9715" y="207"/>
                  </a:cubicBezTo>
                  <a:cubicBezTo>
                    <a:pt x="9419" y="503"/>
                    <a:pt x="9419" y="962"/>
                    <a:pt x="9715" y="1257"/>
                  </a:cubicBezTo>
                  <a:cubicBezTo>
                    <a:pt x="9848" y="1390"/>
                    <a:pt x="10025" y="1464"/>
                    <a:pt x="10217" y="1464"/>
                  </a:cubicBezTo>
                  <a:lnTo>
                    <a:pt x="10217" y="4436"/>
                  </a:lnTo>
                  <a:lnTo>
                    <a:pt x="3918" y="10735"/>
                  </a:lnTo>
                  <a:lnTo>
                    <a:pt x="207" y="10735"/>
                  </a:lnTo>
                  <a:lnTo>
                    <a:pt x="207" y="7660"/>
                  </a:lnTo>
                  <a:lnTo>
                    <a:pt x="6417" y="1449"/>
                  </a:lnTo>
                  <a:cubicBezTo>
                    <a:pt x="6548" y="1535"/>
                    <a:pt x="6700" y="1579"/>
                    <a:pt x="6851" y="1579"/>
                  </a:cubicBezTo>
                  <a:cubicBezTo>
                    <a:pt x="7041" y="1579"/>
                    <a:pt x="7230" y="1509"/>
                    <a:pt x="7378" y="1361"/>
                  </a:cubicBezTo>
                  <a:cubicBezTo>
                    <a:pt x="7659" y="1080"/>
                    <a:pt x="7659" y="607"/>
                    <a:pt x="7378" y="326"/>
                  </a:cubicBezTo>
                  <a:cubicBezTo>
                    <a:pt x="7231" y="178"/>
                    <a:pt x="7038" y="104"/>
                    <a:pt x="6848" y="104"/>
                  </a:cubicBezTo>
                  <a:cubicBezTo>
                    <a:pt x="6658" y="104"/>
                    <a:pt x="6469" y="178"/>
                    <a:pt x="6329" y="326"/>
                  </a:cubicBezTo>
                  <a:cubicBezTo>
                    <a:pt x="6062" y="577"/>
                    <a:pt x="6048" y="1006"/>
                    <a:pt x="6269" y="1287"/>
                  </a:cubicBezTo>
                  <a:lnTo>
                    <a:pt x="0" y="7556"/>
                  </a:lnTo>
                  <a:lnTo>
                    <a:pt x="0" y="10957"/>
                  </a:lnTo>
                  <a:lnTo>
                    <a:pt x="4007" y="10957"/>
                  </a:lnTo>
                  <a:lnTo>
                    <a:pt x="10439" y="4525"/>
                  </a:lnTo>
                  <a:lnTo>
                    <a:pt x="10439" y="1435"/>
                  </a:lnTo>
                  <a:cubicBezTo>
                    <a:pt x="10557" y="1405"/>
                    <a:pt x="10661" y="1346"/>
                    <a:pt x="10750" y="1257"/>
                  </a:cubicBezTo>
                  <a:cubicBezTo>
                    <a:pt x="11045" y="962"/>
                    <a:pt x="11045" y="503"/>
                    <a:pt x="10750" y="207"/>
                  </a:cubicBezTo>
                  <a:cubicBezTo>
                    <a:pt x="10617" y="74"/>
                    <a:pt x="10424" y="0"/>
                    <a:pt x="1023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429129" y="3589452"/>
              <a:ext cx="483084" cy="398808"/>
            </a:xfrm>
            <a:custGeom>
              <a:avLst/>
              <a:gdLst/>
              <a:ahLst/>
              <a:cxnLst/>
              <a:rect l="l" t="t" r="r" b="b"/>
              <a:pathLst>
                <a:path w="12628" h="10425" extrusionOk="0">
                  <a:moveTo>
                    <a:pt x="11815" y="1"/>
                  </a:moveTo>
                  <a:cubicBezTo>
                    <a:pt x="11622" y="1"/>
                    <a:pt x="11430" y="75"/>
                    <a:pt x="11297" y="208"/>
                  </a:cubicBezTo>
                  <a:cubicBezTo>
                    <a:pt x="11001" y="503"/>
                    <a:pt x="11001" y="977"/>
                    <a:pt x="11297" y="1257"/>
                  </a:cubicBezTo>
                  <a:cubicBezTo>
                    <a:pt x="11415" y="1376"/>
                    <a:pt x="11563" y="1450"/>
                    <a:pt x="11726" y="1464"/>
                  </a:cubicBezTo>
                  <a:lnTo>
                    <a:pt x="11726" y="3475"/>
                  </a:lnTo>
                  <a:lnTo>
                    <a:pt x="6891" y="8310"/>
                  </a:lnTo>
                  <a:lnTo>
                    <a:pt x="2056" y="8310"/>
                  </a:lnTo>
                  <a:lnTo>
                    <a:pt x="1272" y="9109"/>
                  </a:lnTo>
                  <a:cubicBezTo>
                    <a:pt x="1137" y="9001"/>
                    <a:pt x="978" y="8948"/>
                    <a:pt x="819" y="8948"/>
                  </a:cubicBezTo>
                  <a:cubicBezTo>
                    <a:pt x="630" y="8948"/>
                    <a:pt x="441" y="9023"/>
                    <a:pt x="296" y="9168"/>
                  </a:cubicBezTo>
                  <a:cubicBezTo>
                    <a:pt x="0" y="9449"/>
                    <a:pt x="0" y="9922"/>
                    <a:pt x="296" y="10203"/>
                  </a:cubicBezTo>
                  <a:cubicBezTo>
                    <a:pt x="437" y="10351"/>
                    <a:pt x="625" y="10425"/>
                    <a:pt x="814" y="10425"/>
                  </a:cubicBezTo>
                  <a:cubicBezTo>
                    <a:pt x="1002" y="10425"/>
                    <a:pt x="1191" y="10351"/>
                    <a:pt x="1331" y="10203"/>
                  </a:cubicBezTo>
                  <a:cubicBezTo>
                    <a:pt x="1597" y="9952"/>
                    <a:pt x="1627" y="9553"/>
                    <a:pt x="1420" y="9257"/>
                  </a:cubicBezTo>
                  <a:lnTo>
                    <a:pt x="2144" y="8532"/>
                  </a:lnTo>
                  <a:lnTo>
                    <a:pt x="6994" y="8532"/>
                  </a:lnTo>
                  <a:lnTo>
                    <a:pt x="11948" y="3579"/>
                  </a:lnTo>
                  <a:lnTo>
                    <a:pt x="11948" y="1464"/>
                  </a:lnTo>
                  <a:cubicBezTo>
                    <a:pt x="12096" y="1435"/>
                    <a:pt x="12229" y="1376"/>
                    <a:pt x="12332" y="1257"/>
                  </a:cubicBezTo>
                  <a:cubicBezTo>
                    <a:pt x="12628" y="977"/>
                    <a:pt x="12628" y="503"/>
                    <a:pt x="12332" y="208"/>
                  </a:cubicBezTo>
                  <a:cubicBezTo>
                    <a:pt x="12184" y="75"/>
                    <a:pt x="12007" y="1"/>
                    <a:pt x="1181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8"/>
            <p:cNvSpPr/>
            <p:nvPr/>
          </p:nvSpPr>
          <p:spPr>
            <a:xfrm>
              <a:off x="349368" y="3896598"/>
              <a:ext cx="768199" cy="662424"/>
            </a:xfrm>
            <a:custGeom>
              <a:avLst/>
              <a:gdLst/>
              <a:ahLst/>
              <a:cxnLst/>
              <a:rect l="l" t="t" r="r" b="b"/>
              <a:pathLst>
                <a:path w="20081" h="17316" extrusionOk="0">
                  <a:moveTo>
                    <a:pt x="19282" y="1"/>
                  </a:moveTo>
                  <a:cubicBezTo>
                    <a:pt x="19090" y="1"/>
                    <a:pt x="18897" y="60"/>
                    <a:pt x="18750" y="208"/>
                  </a:cubicBezTo>
                  <a:cubicBezTo>
                    <a:pt x="18469" y="488"/>
                    <a:pt x="18469" y="947"/>
                    <a:pt x="18735" y="1228"/>
                  </a:cubicBezTo>
                  <a:lnTo>
                    <a:pt x="13663" y="6299"/>
                  </a:lnTo>
                  <a:lnTo>
                    <a:pt x="13663" y="8976"/>
                  </a:lnTo>
                  <a:lnTo>
                    <a:pt x="8798" y="13840"/>
                  </a:lnTo>
                  <a:lnTo>
                    <a:pt x="3165" y="14077"/>
                  </a:lnTo>
                  <a:lnTo>
                    <a:pt x="3121" y="14092"/>
                  </a:lnTo>
                  <a:lnTo>
                    <a:pt x="1228" y="15970"/>
                  </a:lnTo>
                  <a:cubicBezTo>
                    <a:pt x="1103" y="15884"/>
                    <a:pt x="956" y="15840"/>
                    <a:pt x="806" y="15840"/>
                  </a:cubicBezTo>
                  <a:cubicBezTo>
                    <a:pt x="619" y="15840"/>
                    <a:pt x="430" y="15910"/>
                    <a:pt x="282" y="16058"/>
                  </a:cubicBezTo>
                  <a:cubicBezTo>
                    <a:pt x="1" y="16339"/>
                    <a:pt x="1" y="16812"/>
                    <a:pt x="282" y="17093"/>
                  </a:cubicBezTo>
                  <a:cubicBezTo>
                    <a:pt x="429" y="17241"/>
                    <a:pt x="622" y="17315"/>
                    <a:pt x="812" y="17315"/>
                  </a:cubicBezTo>
                  <a:cubicBezTo>
                    <a:pt x="1002" y="17315"/>
                    <a:pt x="1191" y="17241"/>
                    <a:pt x="1331" y="17093"/>
                  </a:cubicBezTo>
                  <a:cubicBezTo>
                    <a:pt x="1598" y="16842"/>
                    <a:pt x="1612" y="16413"/>
                    <a:pt x="1391" y="16132"/>
                  </a:cubicBezTo>
                  <a:lnTo>
                    <a:pt x="3224" y="14299"/>
                  </a:lnTo>
                  <a:lnTo>
                    <a:pt x="8843" y="14062"/>
                  </a:lnTo>
                  <a:lnTo>
                    <a:pt x="8887" y="14062"/>
                  </a:lnTo>
                  <a:lnTo>
                    <a:pt x="13885" y="9064"/>
                  </a:lnTo>
                  <a:lnTo>
                    <a:pt x="13885" y="6388"/>
                  </a:lnTo>
                  <a:lnTo>
                    <a:pt x="18912" y="1376"/>
                  </a:lnTo>
                  <a:cubicBezTo>
                    <a:pt x="19024" y="1440"/>
                    <a:pt x="19150" y="1472"/>
                    <a:pt x="19276" y="1472"/>
                  </a:cubicBezTo>
                  <a:cubicBezTo>
                    <a:pt x="19467" y="1472"/>
                    <a:pt x="19657" y="1400"/>
                    <a:pt x="19799" y="1257"/>
                  </a:cubicBezTo>
                  <a:cubicBezTo>
                    <a:pt x="20080" y="962"/>
                    <a:pt x="20080" y="503"/>
                    <a:pt x="19799" y="208"/>
                  </a:cubicBezTo>
                  <a:cubicBezTo>
                    <a:pt x="19651" y="60"/>
                    <a:pt x="19459" y="1"/>
                    <a:pt x="1928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56950" y="4814630"/>
              <a:ext cx="246094" cy="246668"/>
            </a:xfrm>
            <a:custGeom>
              <a:avLst/>
              <a:gdLst/>
              <a:ahLst/>
              <a:cxnLst/>
              <a:rect l="l" t="t" r="r" b="b"/>
              <a:pathLst>
                <a:path w="6433" h="6448" extrusionOk="0">
                  <a:moveTo>
                    <a:pt x="5619" y="1"/>
                  </a:moveTo>
                  <a:cubicBezTo>
                    <a:pt x="5441" y="1"/>
                    <a:pt x="5249" y="74"/>
                    <a:pt x="5101" y="208"/>
                  </a:cubicBezTo>
                  <a:cubicBezTo>
                    <a:pt x="4835" y="474"/>
                    <a:pt x="4820" y="888"/>
                    <a:pt x="5042" y="1183"/>
                  </a:cubicBezTo>
                  <a:lnTo>
                    <a:pt x="1139" y="5087"/>
                  </a:lnTo>
                  <a:cubicBezTo>
                    <a:pt x="1023" y="5010"/>
                    <a:pt x="895" y="4966"/>
                    <a:pt x="766" y="4966"/>
                  </a:cubicBezTo>
                  <a:cubicBezTo>
                    <a:pt x="747" y="4966"/>
                    <a:pt x="729" y="4967"/>
                    <a:pt x="710" y="4969"/>
                  </a:cubicBezTo>
                  <a:cubicBezTo>
                    <a:pt x="518" y="4969"/>
                    <a:pt x="325" y="5057"/>
                    <a:pt x="192" y="5205"/>
                  </a:cubicBezTo>
                  <a:cubicBezTo>
                    <a:pt x="59" y="5353"/>
                    <a:pt x="0" y="5531"/>
                    <a:pt x="0" y="5738"/>
                  </a:cubicBezTo>
                  <a:cubicBezTo>
                    <a:pt x="15" y="5915"/>
                    <a:pt x="89" y="6092"/>
                    <a:pt x="222" y="6226"/>
                  </a:cubicBezTo>
                  <a:cubicBezTo>
                    <a:pt x="222" y="6226"/>
                    <a:pt x="237" y="6240"/>
                    <a:pt x="237" y="6240"/>
                  </a:cubicBezTo>
                  <a:cubicBezTo>
                    <a:pt x="385" y="6373"/>
                    <a:pt x="577" y="6447"/>
                    <a:pt x="769" y="6447"/>
                  </a:cubicBezTo>
                  <a:cubicBezTo>
                    <a:pt x="961" y="6433"/>
                    <a:pt x="1153" y="6344"/>
                    <a:pt x="1287" y="6211"/>
                  </a:cubicBezTo>
                  <a:cubicBezTo>
                    <a:pt x="1420" y="6063"/>
                    <a:pt x="1479" y="5871"/>
                    <a:pt x="1479" y="5678"/>
                  </a:cubicBezTo>
                  <a:cubicBezTo>
                    <a:pt x="1464" y="5516"/>
                    <a:pt x="1405" y="5353"/>
                    <a:pt x="1301" y="5235"/>
                  </a:cubicBezTo>
                  <a:lnTo>
                    <a:pt x="5190" y="1331"/>
                  </a:lnTo>
                  <a:cubicBezTo>
                    <a:pt x="5324" y="1425"/>
                    <a:pt x="5479" y="1473"/>
                    <a:pt x="5634" y="1473"/>
                  </a:cubicBezTo>
                  <a:cubicBezTo>
                    <a:pt x="5820" y="1473"/>
                    <a:pt x="6006" y="1403"/>
                    <a:pt x="6151" y="1257"/>
                  </a:cubicBezTo>
                  <a:cubicBezTo>
                    <a:pt x="6432" y="976"/>
                    <a:pt x="6432" y="503"/>
                    <a:pt x="6151" y="208"/>
                  </a:cubicBezTo>
                  <a:cubicBezTo>
                    <a:pt x="6003" y="74"/>
                    <a:pt x="5811" y="1"/>
                    <a:pt x="561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-483816" y="4384190"/>
              <a:ext cx="493834" cy="334961"/>
            </a:xfrm>
            <a:custGeom>
              <a:avLst/>
              <a:gdLst/>
              <a:ahLst/>
              <a:cxnLst/>
              <a:rect l="l" t="t" r="r" b="b"/>
              <a:pathLst>
                <a:path w="12909" h="8756" extrusionOk="0">
                  <a:moveTo>
                    <a:pt x="12125" y="0"/>
                  </a:moveTo>
                  <a:cubicBezTo>
                    <a:pt x="11711" y="15"/>
                    <a:pt x="11401" y="355"/>
                    <a:pt x="11415" y="769"/>
                  </a:cubicBezTo>
                  <a:cubicBezTo>
                    <a:pt x="11415" y="947"/>
                    <a:pt x="11489" y="1124"/>
                    <a:pt x="11622" y="1257"/>
                  </a:cubicBezTo>
                  <a:cubicBezTo>
                    <a:pt x="11637" y="1272"/>
                    <a:pt x="11637" y="1272"/>
                    <a:pt x="11652" y="1287"/>
                  </a:cubicBezTo>
                  <a:cubicBezTo>
                    <a:pt x="11770" y="1390"/>
                    <a:pt x="11903" y="1449"/>
                    <a:pt x="12051" y="1464"/>
                  </a:cubicBezTo>
                  <a:lnTo>
                    <a:pt x="12051" y="3519"/>
                  </a:lnTo>
                  <a:lnTo>
                    <a:pt x="10750" y="4821"/>
                  </a:lnTo>
                  <a:lnTo>
                    <a:pt x="3712" y="4821"/>
                  </a:lnTo>
                  <a:lnTo>
                    <a:pt x="1139" y="7393"/>
                  </a:lnTo>
                  <a:cubicBezTo>
                    <a:pt x="1006" y="7319"/>
                    <a:pt x="873" y="7275"/>
                    <a:pt x="725" y="7275"/>
                  </a:cubicBezTo>
                  <a:cubicBezTo>
                    <a:pt x="518" y="7290"/>
                    <a:pt x="341" y="7379"/>
                    <a:pt x="208" y="7512"/>
                  </a:cubicBezTo>
                  <a:cubicBezTo>
                    <a:pt x="74" y="7659"/>
                    <a:pt x="1" y="7852"/>
                    <a:pt x="15" y="8044"/>
                  </a:cubicBezTo>
                  <a:cubicBezTo>
                    <a:pt x="15" y="8236"/>
                    <a:pt x="89" y="8414"/>
                    <a:pt x="222" y="8547"/>
                  </a:cubicBezTo>
                  <a:cubicBezTo>
                    <a:pt x="237" y="8547"/>
                    <a:pt x="237" y="8547"/>
                    <a:pt x="252" y="8561"/>
                  </a:cubicBezTo>
                  <a:cubicBezTo>
                    <a:pt x="374" y="8683"/>
                    <a:pt x="545" y="8756"/>
                    <a:pt x="721" y="8756"/>
                  </a:cubicBezTo>
                  <a:cubicBezTo>
                    <a:pt x="737" y="8756"/>
                    <a:pt x="753" y="8755"/>
                    <a:pt x="769" y="8754"/>
                  </a:cubicBezTo>
                  <a:cubicBezTo>
                    <a:pt x="976" y="8754"/>
                    <a:pt x="1154" y="8665"/>
                    <a:pt x="1287" y="8517"/>
                  </a:cubicBezTo>
                  <a:cubicBezTo>
                    <a:pt x="1420" y="8369"/>
                    <a:pt x="1494" y="8192"/>
                    <a:pt x="1479" y="7985"/>
                  </a:cubicBezTo>
                  <a:cubicBezTo>
                    <a:pt x="1479" y="7822"/>
                    <a:pt x="1405" y="7659"/>
                    <a:pt x="1302" y="7541"/>
                  </a:cubicBezTo>
                  <a:lnTo>
                    <a:pt x="3801" y="5042"/>
                  </a:lnTo>
                  <a:lnTo>
                    <a:pt x="10854" y="5042"/>
                  </a:lnTo>
                  <a:lnTo>
                    <a:pt x="12273" y="3623"/>
                  </a:lnTo>
                  <a:lnTo>
                    <a:pt x="12273" y="1464"/>
                  </a:lnTo>
                  <a:cubicBezTo>
                    <a:pt x="12628" y="1405"/>
                    <a:pt x="12909" y="1080"/>
                    <a:pt x="12894" y="710"/>
                  </a:cubicBezTo>
                  <a:cubicBezTo>
                    <a:pt x="12879" y="311"/>
                    <a:pt x="12539" y="0"/>
                    <a:pt x="1215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-370123" y="4637014"/>
              <a:ext cx="609823" cy="376773"/>
            </a:xfrm>
            <a:custGeom>
              <a:avLst/>
              <a:gdLst/>
              <a:ahLst/>
              <a:cxnLst/>
              <a:rect l="l" t="t" r="r" b="b"/>
              <a:pathLst>
                <a:path w="15941" h="9849" extrusionOk="0">
                  <a:moveTo>
                    <a:pt x="15156" y="1"/>
                  </a:moveTo>
                  <a:cubicBezTo>
                    <a:pt x="14757" y="15"/>
                    <a:pt x="14432" y="356"/>
                    <a:pt x="14447" y="755"/>
                  </a:cubicBezTo>
                  <a:cubicBezTo>
                    <a:pt x="14461" y="903"/>
                    <a:pt x="14506" y="1036"/>
                    <a:pt x="14595" y="1154"/>
                  </a:cubicBezTo>
                  <a:lnTo>
                    <a:pt x="9567" y="6166"/>
                  </a:lnTo>
                  <a:lnTo>
                    <a:pt x="3461" y="6166"/>
                  </a:lnTo>
                  <a:lnTo>
                    <a:pt x="1139" y="8488"/>
                  </a:lnTo>
                  <a:cubicBezTo>
                    <a:pt x="1036" y="8410"/>
                    <a:pt x="910" y="8367"/>
                    <a:pt x="772" y="8367"/>
                  </a:cubicBezTo>
                  <a:cubicBezTo>
                    <a:pt x="751" y="8367"/>
                    <a:pt x="731" y="8368"/>
                    <a:pt x="710" y="8370"/>
                  </a:cubicBezTo>
                  <a:cubicBezTo>
                    <a:pt x="518" y="8370"/>
                    <a:pt x="341" y="8458"/>
                    <a:pt x="208" y="8606"/>
                  </a:cubicBezTo>
                  <a:cubicBezTo>
                    <a:pt x="60" y="8754"/>
                    <a:pt x="1" y="8932"/>
                    <a:pt x="1" y="9139"/>
                  </a:cubicBezTo>
                  <a:cubicBezTo>
                    <a:pt x="15" y="9316"/>
                    <a:pt x="89" y="9493"/>
                    <a:pt x="222" y="9626"/>
                  </a:cubicBezTo>
                  <a:cubicBezTo>
                    <a:pt x="222" y="9641"/>
                    <a:pt x="237" y="9641"/>
                    <a:pt x="237" y="9641"/>
                  </a:cubicBezTo>
                  <a:cubicBezTo>
                    <a:pt x="385" y="9789"/>
                    <a:pt x="577" y="9848"/>
                    <a:pt x="769" y="9848"/>
                  </a:cubicBezTo>
                  <a:cubicBezTo>
                    <a:pt x="962" y="9833"/>
                    <a:pt x="1154" y="9760"/>
                    <a:pt x="1287" y="9612"/>
                  </a:cubicBezTo>
                  <a:cubicBezTo>
                    <a:pt x="1420" y="9464"/>
                    <a:pt x="1494" y="9272"/>
                    <a:pt x="1479" y="9079"/>
                  </a:cubicBezTo>
                  <a:cubicBezTo>
                    <a:pt x="1479" y="8917"/>
                    <a:pt x="1405" y="8754"/>
                    <a:pt x="1302" y="8636"/>
                  </a:cubicBezTo>
                  <a:lnTo>
                    <a:pt x="3549" y="6388"/>
                  </a:lnTo>
                  <a:lnTo>
                    <a:pt x="9656" y="6388"/>
                  </a:lnTo>
                  <a:lnTo>
                    <a:pt x="14742" y="1317"/>
                  </a:lnTo>
                  <a:cubicBezTo>
                    <a:pt x="14862" y="1410"/>
                    <a:pt x="15017" y="1467"/>
                    <a:pt x="15165" y="1467"/>
                  </a:cubicBezTo>
                  <a:cubicBezTo>
                    <a:pt x="15182" y="1467"/>
                    <a:pt x="15199" y="1466"/>
                    <a:pt x="15216" y="1464"/>
                  </a:cubicBezTo>
                  <a:cubicBezTo>
                    <a:pt x="15630" y="1450"/>
                    <a:pt x="15940" y="1110"/>
                    <a:pt x="15925" y="710"/>
                  </a:cubicBezTo>
                  <a:cubicBezTo>
                    <a:pt x="15911" y="311"/>
                    <a:pt x="15585" y="1"/>
                    <a:pt x="151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8"/>
            <p:cNvSpPr/>
            <p:nvPr/>
          </p:nvSpPr>
          <p:spPr>
            <a:xfrm>
              <a:off x="-444796" y="3627936"/>
              <a:ext cx="1311764" cy="1137551"/>
            </a:xfrm>
            <a:custGeom>
              <a:avLst/>
              <a:gdLst/>
              <a:ahLst/>
              <a:cxnLst/>
              <a:rect l="l" t="t" r="r" b="b"/>
              <a:pathLst>
                <a:path w="34290" h="29736" extrusionOk="0">
                  <a:moveTo>
                    <a:pt x="33477" y="0"/>
                  </a:moveTo>
                  <a:cubicBezTo>
                    <a:pt x="33285" y="0"/>
                    <a:pt x="33107" y="59"/>
                    <a:pt x="32959" y="207"/>
                  </a:cubicBezTo>
                  <a:cubicBezTo>
                    <a:pt x="32708" y="458"/>
                    <a:pt x="32678" y="843"/>
                    <a:pt x="32856" y="1124"/>
                  </a:cubicBezTo>
                  <a:lnTo>
                    <a:pt x="28908" y="5072"/>
                  </a:lnTo>
                  <a:lnTo>
                    <a:pt x="24073" y="5072"/>
                  </a:lnTo>
                  <a:lnTo>
                    <a:pt x="21160" y="7999"/>
                  </a:lnTo>
                  <a:lnTo>
                    <a:pt x="21160" y="10779"/>
                  </a:lnTo>
                  <a:lnTo>
                    <a:pt x="18277" y="13722"/>
                  </a:lnTo>
                  <a:lnTo>
                    <a:pt x="13471" y="18542"/>
                  </a:lnTo>
                  <a:lnTo>
                    <a:pt x="13471" y="23865"/>
                  </a:lnTo>
                  <a:lnTo>
                    <a:pt x="11046" y="26290"/>
                  </a:lnTo>
                  <a:lnTo>
                    <a:pt x="3298" y="26290"/>
                  </a:lnTo>
                  <a:lnTo>
                    <a:pt x="1184" y="28404"/>
                  </a:lnTo>
                  <a:cubicBezTo>
                    <a:pt x="1064" y="28311"/>
                    <a:pt x="921" y="28254"/>
                    <a:pt x="775" y="28254"/>
                  </a:cubicBezTo>
                  <a:cubicBezTo>
                    <a:pt x="759" y="28254"/>
                    <a:pt x="742" y="28255"/>
                    <a:pt x="725" y="28257"/>
                  </a:cubicBezTo>
                  <a:cubicBezTo>
                    <a:pt x="518" y="28257"/>
                    <a:pt x="341" y="28345"/>
                    <a:pt x="208" y="28493"/>
                  </a:cubicBezTo>
                  <a:cubicBezTo>
                    <a:pt x="75" y="28641"/>
                    <a:pt x="1" y="28818"/>
                    <a:pt x="16" y="29025"/>
                  </a:cubicBezTo>
                  <a:cubicBezTo>
                    <a:pt x="16" y="29203"/>
                    <a:pt x="90" y="29380"/>
                    <a:pt x="223" y="29513"/>
                  </a:cubicBezTo>
                  <a:cubicBezTo>
                    <a:pt x="237" y="29513"/>
                    <a:pt x="237" y="29528"/>
                    <a:pt x="252" y="29528"/>
                  </a:cubicBezTo>
                  <a:cubicBezTo>
                    <a:pt x="385" y="29661"/>
                    <a:pt x="577" y="29735"/>
                    <a:pt x="770" y="29735"/>
                  </a:cubicBezTo>
                  <a:cubicBezTo>
                    <a:pt x="977" y="29720"/>
                    <a:pt x="1154" y="29632"/>
                    <a:pt x="1287" y="29499"/>
                  </a:cubicBezTo>
                  <a:cubicBezTo>
                    <a:pt x="1420" y="29351"/>
                    <a:pt x="1494" y="29158"/>
                    <a:pt x="1479" y="28966"/>
                  </a:cubicBezTo>
                  <a:cubicBezTo>
                    <a:pt x="1479" y="28818"/>
                    <a:pt x="1435" y="28671"/>
                    <a:pt x="1346" y="28552"/>
                  </a:cubicBezTo>
                  <a:lnTo>
                    <a:pt x="3387" y="26512"/>
                  </a:lnTo>
                  <a:lnTo>
                    <a:pt x="11135" y="26512"/>
                  </a:lnTo>
                  <a:lnTo>
                    <a:pt x="13678" y="23954"/>
                  </a:lnTo>
                  <a:lnTo>
                    <a:pt x="13678" y="18631"/>
                  </a:lnTo>
                  <a:lnTo>
                    <a:pt x="18424" y="13884"/>
                  </a:lnTo>
                  <a:lnTo>
                    <a:pt x="21352" y="10912"/>
                  </a:lnTo>
                  <a:lnTo>
                    <a:pt x="21382" y="10883"/>
                  </a:lnTo>
                  <a:lnTo>
                    <a:pt x="21382" y="8088"/>
                  </a:lnTo>
                  <a:lnTo>
                    <a:pt x="24161" y="5294"/>
                  </a:lnTo>
                  <a:lnTo>
                    <a:pt x="28997" y="5294"/>
                  </a:lnTo>
                  <a:lnTo>
                    <a:pt x="33004" y="1301"/>
                  </a:lnTo>
                  <a:cubicBezTo>
                    <a:pt x="33143" y="1413"/>
                    <a:pt x="33311" y="1468"/>
                    <a:pt x="33479" y="1468"/>
                  </a:cubicBezTo>
                  <a:cubicBezTo>
                    <a:pt x="33667" y="1468"/>
                    <a:pt x="33853" y="1398"/>
                    <a:pt x="33994" y="1257"/>
                  </a:cubicBezTo>
                  <a:cubicBezTo>
                    <a:pt x="34290" y="961"/>
                    <a:pt x="34290" y="503"/>
                    <a:pt x="33994" y="207"/>
                  </a:cubicBezTo>
                  <a:cubicBezTo>
                    <a:pt x="33861" y="59"/>
                    <a:pt x="33669" y="0"/>
                    <a:pt x="3347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-303369" y="4423783"/>
              <a:ext cx="168016" cy="56579"/>
            </a:xfrm>
            <a:custGeom>
              <a:avLst/>
              <a:gdLst/>
              <a:ahLst/>
              <a:cxnLst/>
              <a:rect l="l" t="t" r="r" b="b"/>
              <a:pathLst>
                <a:path w="4392" h="1479" extrusionOk="0">
                  <a:moveTo>
                    <a:pt x="725" y="0"/>
                  </a:moveTo>
                  <a:cubicBezTo>
                    <a:pt x="311" y="15"/>
                    <a:pt x="0" y="355"/>
                    <a:pt x="15" y="769"/>
                  </a:cubicBezTo>
                  <a:cubicBezTo>
                    <a:pt x="15" y="961"/>
                    <a:pt x="89" y="1124"/>
                    <a:pt x="222" y="1257"/>
                  </a:cubicBezTo>
                  <a:cubicBezTo>
                    <a:pt x="237" y="1272"/>
                    <a:pt x="237" y="1272"/>
                    <a:pt x="252" y="1287"/>
                  </a:cubicBezTo>
                  <a:cubicBezTo>
                    <a:pt x="400" y="1420"/>
                    <a:pt x="577" y="1479"/>
                    <a:pt x="784" y="1479"/>
                  </a:cubicBezTo>
                  <a:cubicBezTo>
                    <a:pt x="1124" y="1464"/>
                    <a:pt x="1405" y="1213"/>
                    <a:pt x="1464" y="887"/>
                  </a:cubicBezTo>
                  <a:lnTo>
                    <a:pt x="2913" y="887"/>
                  </a:lnTo>
                  <a:cubicBezTo>
                    <a:pt x="2943" y="1035"/>
                    <a:pt x="3017" y="1168"/>
                    <a:pt x="3105" y="1257"/>
                  </a:cubicBezTo>
                  <a:cubicBezTo>
                    <a:pt x="3253" y="1405"/>
                    <a:pt x="3446" y="1479"/>
                    <a:pt x="3667" y="1479"/>
                  </a:cubicBezTo>
                  <a:cubicBezTo>
                    <a:pt x="4067" y="1464"/>
                    <a:pt x="4392" y="1124"/>
                    <a:pt x="4377" y="710"/>
                  </a:cubicBezTo>
                  <a:cubicBezTo>
                    <a:pt x="4362" y="311"/>
                    <a:pt x="4022" y="0"/>
                    <a:pt x="3638" y="0"/>
                  </a:cubicBezTo>
                  <a:lnTo>
                    <a:pt x="3608" y="0"/>
                  </a:lnTo>
                  <a:cubicBezTo>
                    <a:pt x="3224" y="15"/>
                    <a:pt x="2928" y="311"/>
                    <a:pt x="2898" y="666"/>
                  </a:cubicBezTo>
                  <a:lnTo>
                    <a:pt x="1479" y="666"/>
                  </a:lnTo>
                  <a:cubicBezTo>
                    <a:pt x="1464" y="488"/>
                    <a:pt x="1390" y="326"/>
                    <a:pt x="1257" y="192"/>
                  </a:cubicBezTo>
                  <a:cubicBezTo>
                    <a:pt x="1109" y="59"/>
                    <a:pt x="917" y="0"/>
                    <a:pt x="72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348259" y="4185649"/>
              <a:ext cx="467820" cy="177656"/>
            </a:xfrm>
            <a:custGeom>
              <a:avLst/>
              <a:gdLst/>
              <a:ahLst/>
              <a:cxnLst/>
              <a:rect l="l" t="t" r="r" b="b"/>
              <a:pathLst>
                <a:path w="12229" h="4644" extrusionOk="0">
                  <a:moveTo>
                    <a:pt x="11459" y="0"/>
                  </a:moveTo>
                  <a:cubicBezTo>
                    <a:pt x="11267" y="0"/>
                    <a:pt x="11075" y="89"/>
                    <a:pt x="10942" y="237"/>
                  </a:cubicBezTo>
                  <a:cubicBezTo>
                    <a:pt x="10809" y="385"/>
                    <a:pt x="10735" y="562"/>
                    <a:pt x="10750" y="769"/>
                  </a:cubicBezTo>
                  <a:cubicBezTo>
                    <a:pt x="10750" y="917"/>
                    <a:pt x="10809" y="1050"/>
                    <a:pt x="10897" y="1168"/>
                  </a:cubicBezTo>
                  <a:lnTo>
                    <a:pt x="8783" y="3283"/>
                  </a:lnTo>
                  <a:cubicBezTo>
                    <a:pt x="8650" y="3179"/>
                    <a:pt x="8487" y="3135"/>
                    <a:pt x="8310" y="3135"/>
                  </a:cubicBezTo>
                  <a:cubicBezTo>
                    <a:pt x="8118" y="3150"/>
                    <a:pt x="7940" y="3224"/>
                    <a:pt x="7807" y="3372"/>
                  </a:cubicBezTo>
                  <a:cubicBezTo>
                    <a:pt x="7704" y="3490"/>
                    <a:pt x="7630" y="3623"/>
                    <a:pt x="7615" y="3771"/>
                  </a:cubicBezTo>
                  <a:lnTo>
                    <a:pt x="1479" y="3771"/>
                  </a:lnTo>
                  <a:cubicBezTo>
                    <a:pt x="1421" y="3425"/>
                    <a:pt x="1111" y="3164"/>
                    <a:pt x="754" y="3164"/>
                  </a:cubicBezTo>
                  <a:cubicBezTo>
                    <a:pt x="744" y="3164"/>
                    <a:pt x="734" y="3164"/>
                    <a:pt x="725" y="3165"/>
                  </a:cubicBezTo>
                  <a:cubicBezTo>
                    <a:pt x="325" y="3179"/>
                    <a:pt x="0" y="3519"/>
                    <a:pt x="15" y="3933"/>
                  </a:cubicBezTo>
                  <a:cubicBezTo>
                    <a:pt x="30" y="4126"/>
                    <a:pt x="104" y="4288"/>
                    <a:pt x="237" y="4421"/>
                  </a:cubicBezTo>
                  <a:cubicBezTo>
                    <a:pt x="370" y="4554"/>
                    <a:pt x="577" y="4643"/>
                    <a:pt x="784" y="4643"/>
                  </a:cubicBezTo>
                  <a:cubicBezTo>
                    <a:pt x="1153" y="4628"/>
                    <a:pt x="1449" y="4347"/>
                    <a:pt x="1493" y="3993"/>
                  </a:cubicBezTo>
                  <a:lnTo>
                    <a:pt x="7615" y="3993"/>
                  </a:lnTo>
                  <a:cubicBezTo>
                    <a:pt x="7645" y="4140"/>
                    <a:pt x="7704" y="4288"/>
                    <a:pt x="7822" y="4392"/>
                  </a:cubicBezTo>
                  <a:cubicBezTo>
                    <a:pt x="7822" y="4407"/>
                    <a:pt x="7837" y="4407"/>
                    <a:pt x="7837" y="4421"/>
                  </a:cubicBezTo>
                  <a:cubicBezTo>
                    <a:pt x="7972" y="4543"/>
                    <a:pt x="8145" y="4615"/>
                    <a:pt x="8320" y="4615"/>
                  </a:cubicBezTo>
                  <a:cubicBezTo>
                    <a:pt x="8337" y="4615"/>
                    <a:pt x="8353" y="4615"/>
                    <a:pt x="8369" y="4614"/>
                  </a:cubicBezTo>
                  <a:cubicBezTo>
                    <a:pt x="8576" y="4599"/>
                    <a:pt x="8753" y="4525"/>
                    <a:pt x="8887" y="4377"/>
                  </a:cubicBezTo>
                  <a:cubicBezTo>
                    <a:pt x="9020" y="4229"/>
                    <a:pt x="9094" y="4037"/>
                    <a:pt x="9079" y="3845"/>
                  </a:cubicBezTo>
                  <a:cubicBezTo>
                    <a:pt x="9079" y="3697"/>
                    <a:pt x="9034" y="3564"/>
                    <a:pt x="8946" y="3431"/>
                  </a:cubicBezTo>
                  <a:lnTo>
                    <a:pt x="11045" y="1331"/>
                  </a:lnTo>
                  <a:cubicBezTo>
                    <a:pt x="11178" y="1420"/>
                    <a:pt x="11341" y="1479"/>
                    <a:pt x="11518" y="1479"/>
                  </a:cubicBezTo>
                  <a:cubicBezTo>
                    <a:pt x="11711" y="1464"/>
                    <a:pt x="11888" y="1375"/>
                    <a:pt x="12021" y="1242"/>
                  </a:cubicBezTo>
                  <a:cubicBezTo>
                    <a:pt x="12169" y="1094"/>
                    <a:pt x="12228" y="902"/>
                    <a:pt x="12228" y="710"/>
                  </a:cubicBezTo>
                  <a:cubicBezTo>
                    <a:pt x="12213" y="503"/>
                    <a:pt x="12125" y="326"/>
                    <a:pt x="11992" y="192"/>
                  </a:cubicBezTo>
                  <a:cubicBezTo>
                    <a:pt x="11844" y="59"/>
                    <a:pt x="11666" y="0"/>
                    <a:pt x="114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335214" y="4123983"/>
              <a:ext cx="665828" cy="554391"/>
            </a:xfrm>
            <a:custGeom>
              <a:avLst/>
              <a:gdLst/>
              <a:ahLst/>
              <a:cxnLst/>
              <a:rect l="l" t="t" r="r" b="b"/>
              <a:pathLst>
                <a:path w="17405" h="14492" extrusionOk="0">
                  <a:moveTo>
                    <a:pt x="16591" y="1"/>
                  </a:moveTo>
                  <a:cubicBezTo>
                    <a:pt x="16414" y="1"/>
                    <a:pt x="16221" y="75"/>
                    <a:pt x="16074" y="208"/>
                  </a:cubicBezTo>
                  <a:cubicBezTo>
                    <a:pt x="15793" y="503"/>
                    <a:pt x="15793" y="962"/>
                    <a:pt x="16074" y="1257"/>
                  </a:cubicBezTo>
                  <a:cubicBezTo>
                    <a:pt x="16192" y="1376"/>
                    <a:pt x="16340" y="1435"/>
                    <a:pt x="16488" y="1464"/>
                  </a:cubicBezTo>
                  <a:lnTo>
                    <a:pt x="16488" y="3313"/>
                  </a:lnTo>
                  <a:lnTo>
                    <a:pt x="11179" y="8621"/>
                  </a:lnTo>
                  <a:cubicBezTo>
                    <a:pt x="11058" y="8538"/>
                    <a:pt x="10914" y="8496"/>
                    <a:pt x="10769" y="8496"/>
                  </a:cubicBezTo>
                  <a:cubicBezTo>
                    <a:pt x="10580" y="8496"/>
                    <a:pt x="10390" y="8567"/>
                    <a:pt x="10248" y="8710"/>
                  </a:cubicBezTo>
                  <a:cubicBezTo>
                    <a:pt x="10115" y="8843"/>
                    <a:pt x="10041" y="9020"/>
                    <a:pt x="10041" y="9198"/>
                  </a:cubicBezTo>
                  <a:lnTo>
                    <a:pt x="5058" y="9272"/>
                  </a:lnTo>
                  <a:lnTo>
                    <a:pt x="1184" y="13160"/>
                  </a:lnTo>
                  <a:cubicBezTo>
                    <a:pt x="1064" y="13067"/>
                    <a:pt x="921" y="13010"/>
                    <a:pt x="765" y="13010"/>
                  </a:cubicBezTo>
                  <a:cubicBezTo>
                    <a:pt x="747" y="13010"/>
                    <a:pt x="729" y="13011"/>
                    <a:pt x="711" y="13012"/>
                  </a:cubicBezTo>
                  <a:cubicBezTo>
                    <a:pt x="518" y="13012"/>
                    <a:pt x="326" y="13101"/>
                    <a:pt x="193" y="13249"/>
                  </a:cubicBezTo>
                  <a:cubicBezTo>
                    <a:pt x="60" y="13397"/>
                    <a:pt x="1" y="13574"/>
                    <a:pt x="1" y="13781"/>
                  </a:cubicBezTo>
                  <a:cubicBezTo>
                    <a:pt x="16" y="13959"/>
                    <a:pt x="90" y="14136"/>
                    <a:pt x="223" y="14269"/>
                  </a:cubicBezTo>
                  <a:cubicBezTo>
                    <a:pt x="223" y="14269"/>
                    <a:pt x="238" y="14284"/>
                    <a:pt x="238" y="14284"/>
                  </a:cubicBezTo>
                  <a:cubicBezTo>
                    <a:pt x="385" y="14417"/>
                    <a:pt x="578" y="14491"/>
                    <a:pt x="770" y="14491"/>
                  </a:cubicBezTo>
                  <a:cubicBezTo>
                    <a:pt x="1184" y="14476"/>
                    <a:pt x="1494" y="14121"/>
                    <a:pt x="1480" y="13722"/>
                  </a:cubicBezTo>
                  <a:cubicBezTo>
                    <a:pt x="1480" y="13574"/>
                    <a:pt x="1420" y="13426"/>
                    <a:pt x="1347" y="13308"/>
                  </a:cubicBezTo>
                  <a:lnTo>
                    <a:pt x="5161" y="9493"/>
                  </a:lnTo>
                  <a:lnTo>
                    <a:pt x="10070" y="9419"/>
                  </a:lnTo>
                  <a:cubicBezTo>
                    <a:pt x="10100" y="9538"/>
                    <a:pt x="10159" y="9656"/>
                    <a:pt x="10248" y="9759"/>
                  </a:cubicBezTo>
                  <a:cubicBezTo>
                    <a:pt x="10396" y="9900"/>
                    <a:pt x="10584" y="9970"/>
                    <a:pt x="10773" y="9970"/>
                  </a:cubicBezTo>
                  <a:cubicBezTo>
                    <a:pt x="10961" y="9970"/>
                    <a:pt x="11150" y="9900"/>
                    <a:pt x="11298" y="9759"/>
                  </a:cubicBezTo>
                  <a:cubicBezTo>
                    <a:pt x="11564" y="9479"/>
                    <a:pt x="11579" y="9065"/>
                    <a:pt x="11342" y="8769"/>
                  </a:cubicBezTo>
                  <a:lnTo>
                    <a:pt x="16709" y="3401"/>
                  </a:lnTo>
                  <a:lnTo>
                    <a:pt x="16709" y="1464"/>
                  </a:lnTo>
                  <a:cubicBezTo>
                    <a:pt x="16857" y="1435"/>
                    <a:pt x="17005" y="1376"/>
                    <a:pt x="17123" y="1257"/>
                  </a:cubicBezTo>
                  <a:cubicBezTo>
                    <a:pt x="17404" y="962"/>
                    <a:pt x="17404" y="503"/>
                    <a:pt x="17123" y="208"/>
                  </a:cubicBezTo>
                  <a:cubicBezTo>
                    <a:pt x="16976" y="75"/>
                    <a:pt x="16783" y="1"/>
                    <a:pt x="1659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552997" y="4019892"/>
              <a:ext cx="346208" cy="246745"/>
            </a:xfrm>
            <a:custGeom>
              <a:avLst/>
              <a:gdLst/>
              <a:ahLst/>
              <a:cxnLst/>
              <a:rect l="l" t="t" r="r" b="b"/>
              <a:pathLst>
                <a:path w="9050" h="6450" extrusionOk="0">
                  <a:moveTo>
                    <a:pt x="8237" y="1"/>
                  </a:moveTo>
                  <a:cubicBezTo>
                    <a:pt x="8059" y="1"/>
                    <a:pt x="7867" y="60"/>
                    <a:pt x="7719" y="208"/>
                  </a:cubicBezTo>
                  <a:cubicBezTo>
                    <a:pt x="7453" y="474"/>
                    <a:pt x="7438" y="888"/>
                    <a:pt x="7645" y="1169"/>
                  </a:cubicBezTo>
                  <a:lnTo>
                    <a:pt x="3254" y="5561"/>
                  </a:lnTo>
                  <a:lnTo>
                    <a:pt x="1464" y="5561"/>
                  </a:lnTo>
                  <a:cubicBezTo>
                    <a:pt x="1435" y="5413"/>
                    <a:pt x="1361" y="5280"/>
                    <a:pt x="1243" y="5176"/>
                  </a:cubicBezTo>
                  <a:cubicBezTo>
                    <a:pt x="1110" y="5043"/>
                    <a:pt x="917" y="4969"/>
                    <a:pt x="725" y="4969"/>
                  </a:cubicBezTo>
                  <a:cubicBezTo>
                    <a:pt x="518" y="4984"/>
                    <a:pt x="341" y="5073"/>
                    <a:pt x="208" y="5206"/>
                  </a:cubicBezTo>
                  <a:cubicBezTo>
                    <a:pt x="75" y="5354"/>
                    <a:pt x="1" y="5546"/>
                    <a:pt x="15" y="5738"/>
                  </a:cubicBezTo>
                  <a:cubicBezTo>
                    <a:pt x="15" y="5930"/>
                    <a:pt x="104" y="6108"/>
                    <a:pt x="222" y="6241"/>
                  </a:cubicBezTo>
                  <a:cubicBezTo>
                    <a:pt x="360" y="6364"/>
                    <a:pt x="535" y="6449"/>
                    <a:pt x="724" y="6449"/>
                  </a:cubicBezTo>
                  <a:cubicBezTo>
                    <a:pt x="739" y="6449"/>
                    <a:pt x="754" y="6449"/>
                    <a:pt x="770" y="6448"/>
                  </a:cubicBezTo>
                  <a:cubicBezTo>
                    <a:pt x="1154" y="6433"/>
                    <a:pt x="1450" y="6137"/>
                    <a:pt x="1479" y="5782"/>
                  </a:cubicBezTo>
                  <a:lnTo>
                    <a:pt x="3357" y="5782"/>
                  </a:lnTo>
                  <a:lnTo>
                    <a:pt x="7808" y="1332"/>
                  </a:lnTo>
                  <a:cubicBezTo>
                    <a:pt x="7932" y="1424"/>
                    <a:pt x="8083" y="1469"/>
                    <a:pt x="8236" y="1469"/>
                  </a:cubicBezTo>
                  <a:cubicBezTo>
                    <a:pt x="8427" y="1469"/>
                    <a:pt x="8621" y="1398"/>
                    <a:pt x="8769" y="1258"/>
                  </a:cubicBezTo>
                  <a:cubicBezTo>
                    <a:pt x="9050" y="962"/>
                    <a:pt x="9050" y="504"/>
                    <a:pt x="8769" y="208"/>
                  </a:cubicBezTo>
                  <a:cubicBezTo>
                    <a:pt x="8621" y="60"/>
                    <a:pt x="8429" y="1"/>
                    <a:pt x="823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602230" y="4755221"/>
              <a:ext cx="63389" cy="359941"/>
            </a:xfrm>
            <a:custGeom>
              <a:avLst/>
              <a:gdLst/>
              <a:ahLst/>
              <a:cxnLst/>
              <a:rect l="l" t="t" r="r" b="b"/>
              <a:pathLst>
                <a:path w="1657" h="9409" extrusionOk="0">
                  <a:moveTo>
                    <a:pt x="813" y="1"/>
                  </a:moveTo>
                  <a:cubicBezTo>
                    <a:pt x="621" y="1"/>
                    <a:pt x="444" y="75"/>
                    <a:pt x="296" y="223"/>
                  </a:cubicBezTo>
                  <a:cubicBezTo>
                    <a:pt x="0" y="504"/>
                    <a:pt x="0" y="977"/>
                    <a:pt x="296" y="1258"/>
                  </a:cubicBezTo>
                  <a:cubicBezTo>
                    <a:pt x="414" y="1376"/>
                    <a:pt x="562" y="1450"/>
                    <a:pt x="725" y="1465"/>
                  </a:cubicBezTo>
                  <a:lnTo>
                    <a:pt x="725" y="7956"/>
                  </a:lnTo>
                  <a:cubicBezTo>
                    <a:pt x="577" y="7971"/>
                    <a:pt x="444" y="8045"/>
                    <a:pt x="325" y="8148"/>
                  </a:cubicBezTo>
                  <a:cubicBezTo>
                    <a:pt x="44" y="8444"/>
                    <a:pt x="44" y="8917"/>
                    <a:pt x="325" y="9198"/>
                  </a:cubicBezTo>
                  <a:cubicBezTo>
                    <a:pt x="473" y="9338"/>
                    <a:pt x="662" y="9409"/>
                    <a:pt x="850" y="9409"/>
                  </a:cubicBezTo>
                  <a:cubicBezTo>
                    <a:pt x="1039" y="9409"/>
                    <a:pt x="1227" y="9338"/>
                    <a:pt x="1375" y="9198"/>
                  </a:cubicBezTo>
                  <a:cubicBezTo>
                    <a:pt x="1656" y="8917"/>
                    <a:pt x="1656" y="8444"/>
                    <a:pt x="1375" y="8148"/>
                  </a:cubicBezTo>
                  <a:cubicBezTo>
                    <a:pt x="1257" y="8030"/>
                    <a:pt x="1094" y="7971"/>
                    <a:pt x="946" y="7941"/>
                  </a:cubicBezTo>
                  <a:lnTo>
                    <a:pt x="946" y="1465"/>
                  </a:lnTo>
                  <a:cubicBezTo>
                    <a:pt x="1079" y="1435"/>
                    <a:pt x="1227" y="1376"/>
                    <a:pt x="1331" y="1258"/>
                  </a:cubicBezTo>
                  <a:cubicBezTo>
                    <a:pt x="1627" y="977"/>
                    <a:pt x="1627" y="504"/>
                    <a:pt x="1331" y="223"/>
                  </a:cubicBezTo>
                  <a:cubicBezTo>
                    <a:pt x="1198" y="75"/>
                    <a:pt x="1006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857311" y="4374550"/>
              <a:ext cx="748383" cy="657948"/>
            </a:xfrm>
            <a:custGeom>
              <a:avLst/>
              <a:gdLst/>
              <a:ahLst/>
              <a:cxnLst/>
              <a:rect l="l" t="t" r="r" b="b"/>
              <a:pathLst>
                <a:path w="19563" h="17199" extrusionOk="0">
                  <a:moveTo>
                    <a:pt x="19326" y="1"/>
                  </a:moveTo>
                  <a:lnTo>
                    <a:pt x="18853" y="474"/>
                  </a:lnTo>
                  <a:lnTo>
                    <a:pt x="15630" y="3697"/>
                  </a:lnTo>
                  <a:lnTo>
                    <a:pt x="15630" y="9316"/>
                  </a:lnTo>
                  <a:lnTo>
                    <a:pt x="10750" y="14196"/>
                  </a:lnTo>
                  <a:lnTo>
                    <a:pt x="2825" y="14196"/>
                  </a:lnTo>
                  <a:lnTo>
                    <a:pt x="1169" y="15852"/>
                  </a:lnTo>
                  <a:cubicBezTo>
                    <a:pt x="1036" y="15763"/>
                    <a:pt x="888" y="15719"/>
                    <a:pt x="725" y="15719"/>
                  </a:cubicBezTo>
                  <a:cubicBezTo>
                    <a:pt x="326" y="15733"/>
                    <a:pt x="1" y="16088"/>
                    <a:pt x="15" y="16487"/>
                  </a:cubicBezTo>
                  <a:cubicBezTo>
                    <a:pt x="30" y="16680"/>
                    <a:pt x="104" y="16857"/>
                    <a:pt x="237" y="16990"/>
                  </a:cubicBezTo>
                  <a:cubicBezTo>
                    <a:pt x="361" y="17114"/>
                    <a:pt x="547" y="17199"/>
                    <a:pt x="739" y="17199"/>
                  </a:cubicBezTo>
                  <a:cubicBezTo>
                    <a:pt x="754" y="17199"/>
                    <a:pt x="769" y="17198"/>
                    <a:pt x="784" y="17197"/>
                  </a:cubicBezTo>
                  <a:cubicBezTo>
                    <a:pt x="1198" y="17182"/>
                    <a:pt x="1509" y="16842"/>
                    <a:pt x="1494" y="16428"/>
                  </a:cubicBezTo>
                  <a:cubicBezTo>
                    <a:pt x="1494" y="16266"/>
                    <a:pt x="1420" y="16118"/>
                    <a:pt x="1331" y="16000"/>
                  </a:cubicBezTo>
                  <a:lnTo>
                    <a:pt x="2913" y="14417"/>
                  </a:lnTo>
                  <a:lnTo>
                    <a:pt x="10839" y="14417"/>
                  </a:lnTo>
                  <a:lnTo>
                    <a:pt x="15851" y="9405"/>
                  </a:lnTo>
                  <a:lnTo>
                    <a:pt x="15851" y="3786"/>
                  </a:lnTo>
                  <a:lnTo>
                    <a:pt x="19104" y="533"/>
                  </a:lnTo>
                  <a:lnTo>
                    <a:pt x="19563" y="75"/>
                  </a:lnTo>
                  <a:lnTo>
                    <a:pt x="19548" y="75"/>
                  </a:lnTo>
                  <a:lnTo>
                    <a:pt x="1932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929153" y="4695276"/>
              <a:ext cx="675430" cy="657374"/>
            </a:xfrm>
            <a:custGeom>
              <a:avLst/>
              <a:gdLst/>
              <a:ahLst/>
              <a:cxnLst/>
              <a:rect l="l" t="t" r="r" b="b"/>
              <a:pathLst>
                <a:path w="17656" h="17184" extrusionOk="0">
                  <a:moveTo>
                    <a:pt x="16872" y="1"/>
                  </a:moveTo>
                  <a:cubicBezTo>
                    <a:pt x="16679" y="15"/>
                    <a:pt x="16487" y="104"/>
                    <a:pt x="16354" y="237"/>
                  </a:cubicBezTo>
                  <a:cubicBezTo>
                    <a:pt x="16221" y="385"/>
                    <a:pt x="16162" y="577"/>
                    <a:pt x="16162" y="770"/>
                  </a:cubicBezTo>
                  <a:cubicBezTo>
                    <a:pt x="16177" y="962"/>
                    <a:pt x="16250" y="1139"/>
                    <a:pt x="16384" y="1272"/>
                  </a:cubicBezTo>
                  <a:cubicBezTo>
                    <a:pt x="16384" y="1272"/>
                    <a:pt x="16398" y="1272"/>
                    <a:pt x="16398" y="1287"/>
                  </a:cubicBezTo>
                  <a:cubicBezTo>
                    <a:pt x="16517" y="1391"/>
                    <a:pt x="16665" y="1464"/>
                    <a:pt x="16827" y="1479"/>
                  </a:cubicBezTo>
                  <a:lnTo>
                    <a:pt x="16827" y="5826"/>
                  </a:lnTo>
                  <a:lnTo>
                    <a:pt x="9064" y="13574"/>
                  </a:lnTo>
                  <a:lnTo>
                    <a:pt x="3431" y="13574"/>
                  </a:lnTo>
                  <a:lnTo>
                    <a:pt x="1169" y="15837"/>
                  </a:lnTo>
                  <a:cubicBezTo>
                    <a:pt x="1050" y="15748"/>
                    <a:pt x="888" y="15704"/>
                    <a:pt x="740" y="15704"/>
                  </a:cubicBezTo>
                  <a:cubicBezTo>
                    <a:pt x="326" y="15733"/>
                    <a:pt x="0" y="16073"/>
                    <a:pt x="30" y="16472"/>
                  </a:cubicBezTo>
                  <a:cubicBezTo>
                    <a:pt x="30" y="16665"/>
                    <a:pt x="119" y="16842"/>
                    <a:pt x="237" y="16975"/>
                  </a:cubicBezTo>
                  <a:cubicBezTo>
                    <a:pt x="374" y="17099"/>
                    <a:pt x="549" y="17184"/>
                    <a:pt x="739" y="17184"/>
                  </a:cubicBezTo>
                  <a:cubicBezTo>
                    <a:pt x="754" y="17184"/>
                    <a:pt x="769" y="17183"/>
                    <a:pt x="784" y="17182"/>
                  </a:cubicBezTo>
                  <a:cubicBezTo>
                    <a:pt x="1198" y="17167"/>
                    <a:pt x="1509" y="16827"/>
                    <a:pt x="1494" y="16413"/>
                  </a:cubicBezTo>
                  <a:cubicBezTo>
                    <a:pt x="1494" y="16251"/>
                    <a:pt x="1435" y="16103"/>
                    <a:pt x="1331" y="15985"/>
                  </a:cubicBezTo>
                  <a:lnTo>
                    <a:pt x="3520" y="13796"/>
                  </a:lnTo>
                  <a:lnTo>
                    <a:pt x="9168" y="13796"/>
                  </a:lnTo>
                  <a:lnTo>
                    <a:pt x="17049" y="5915"/>
                  </a:lnTo>
                  <a:lnTo>
                    <a:pt x="17049" y="1464"/>
                  </a:lnTo>
                  <a:cubicBezTo>
                    <a:pt x="17197" y="1435"/>
                    <a:pt x="17330" y="1361"/>
                    <a:pt x="17448" y="1243"/>
                  </a:cubicBezTo>
                  <a:cubicBezTo>
                    <a:pt x="17581" y="1095"/>
                    <a:pt x="17655" y="917"/>
                    <a:pt x="17640" y="710"/>
                  </a:cubicBezTo>
                  <a:cubicBezTo>
                    <a:pt x="17626" y="518"/>
                    <a:pt x="17552" y="341"/>
                    <a:pt x="17404" y="208"/>
                  </a:cubicBezTo>
                  <a:cubicBezTo>
                    <a:pt x="17271" y="75"/>
                    <a:pt x="17093" y="1"/>
                    <a:pt x="1690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989098" y="5095189"/>
              <a:ext cx="598499" cy="532357"/>
            </a:xfrm>
            <a:custGeom>
              <a:avLst/>
              <a:gdLst/>
              <a:ahLst/>
              <a:cxnLst/>
              <a:rect l="l" t="t" r="r" b="b"/>
              <a:pathLst>
                <a:path w="15645" h="13916" extrusionOk="0">
                  <a:moveTo>
                    <a:pt x="14831" y="0"/>
                  </a:moveTo>
                  <a:cubicBezTo>
                    <a:pt x="14654" y="0"/>
                    <a:pt x="14462" y="60"/>
                    <a:pt x="14314" y="207"/>
                  </a:cubicBezTo>
                  <a:cubicBezTo>
                    <a:pt x="14033" y="503"/>
                    <a:pt x="14033" y="962"/>
                    <a:pt x="14314" y="1257"/>
                  </a:cubicBezTo>
                  <a:cubicBezTo>
                    <a:pt x="14432" y="1376"/>
                    <a:pt x="14595" y="1450"/>
                    <a:pt x="14757" y="1464"/>
                  </a:cubicBezTo>
                  <a:lnTo>
                    <a:pt x="14757" y="5974"/>
                  </a:lnTo>
                  <a:lnTo>
                    <a:pt x="12318" y="8429"/>
                  </a:lnTo>
                  <a:lnTo>
                    <a:pt x="5398" y="8429"/>
                  </a:lnTo>
                  <a:lnTo>
                    <a:pt x="1213" y="12598"/>
                  </a:lnTo>
                  <a:cubicBezTo>
                    <a:pt x="1080" y="12495"/>
                    <a:pt x="918" y="12436"/>
                    <a:pt x="725" y="12436"/>
                  </a:cubicBezTo>
                  <a:cubicBezTo>
                    <a:pt x="326" y="12450"/>
                    <a:pt x="1" y="12805"/>
                    <a:pt x="16" y="13205"/>
                  </a:cubicBezTo>
                  <a:cubicBezTo>
                    <a:pt x="30" y="13397"/>
                    <a:pt x="104" y="13574"/>
                    <a:pt x="237" y="13707"/>
                  </a:cubicBezTo>
                  <a:cubicBezTo>
                    <a:pt x="374" y="13831"/>
                    <a:pt x="550" y="13916"/>
                    <a:pt x="739" y="13916"/>
                  </a:cubicBezTo>
                  <a:cubicBezTo>
                    <a:pt x="754" y="13916"/>
                    <a:pt x="769" y="13915"/>
                    <a:pt x="784" y="13914"/>
                  </a:cubicBezTo>
                  <a:cubicBezTo>
                    <a:pt x="1198" y="13900"/>
                    <a:pt x="1509" y="13559"/>
                    <a:pt x="1494" y="13145"/>
                  </a:cubicBezTo>
                  <a:cubicBezTo>
                    <a:pt x="1494" y="13012"/>
                    <a:pt x="1450" y="12879"/>
                    <a:pt x="1361" y="12761"/>
                  </a:cubicBezTo>
                  <a:lnTo>
                    <a:pt x="5486" y="8650"/>
                  </a:lnTo>
                  <a:lnTo>
                    <a:pt x="12406" y="8650"/>
                  </a:lnTo>
                  <a:lnTo>
                    <a:pt x="14979" y="6063"/>
                  </a:lnTo>
                  <a:lnTo>
                    <a:pt x="14979" y="1450"/>
                  </a:lnTo>
                  <a:cubicBezTo>
                    <a:pt x="15112" y="1435"/>
                    <a:pt x="15245" y="1361"/>
                    <a:pt x="15364" y="1257"/>
                  </a:cubicBezTo>
                  <a:cubicBezTo>
                    <a:pt x="15645" y="962"/>
                    <a:pt x="15645" y="503"/>
                    <a:pt x="15364" y="207"/>
                  </a:cubicBezTo>
                  <a:cubicBezTo>
                    <a:pt x="15216" y="60"/>
                    <a:pt x="15024" y="0"/>
                    <a:pt x="1483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532645" y="4316862"/>
              <a:ext cx="944095" cy="933919"/>
            </a:xfrm>
            <a:custGeom>
              <a:avLst/>
              <a:gdLst/>
              <a:ahLst/>
              <a:cxnLst/>
              <a:rect l="l" t="t" r="r" b="b"/>
              <a:pathLst>
                <a:path w="24679" h="24413" extrusionOk="0">
                  <a:moveTo>
                    <a:pt x="24486" y="1"/>
                  </a:moveTo>
                  <a:lnTo>
                    <a:pt x="19282" y="5205"/>
                  </a:lnTo>
                  <a:lnTo>
                    <a:pt x="14047" y="5205"/>
                  </a:lnTo>
                  <a:lnTo>
                    <a:pt x="9390" y="9863"/>
                  </a:lnTo>
                  <a:cubicBezTo>
                    <a:pt x="9270" y="9770"/>
                    <a:pt x="9127" y="9713"/>
                    <a:pt x="8970" y="9713"/>
                  </a:cubicBezTo>
                  <a:cubicBezTo>
                    <a:pt x="8952" y="9713"/>
                    <a:pt x="8935" y="9714"/>
                    <a:pt x="8916" y="9715"/>
                  </a:cubicBezTo>
                  <a:cubicBezTo>
                    <a:pt x="8724" y="9715"/>
                    <a:pt x="8547" y="9804"/>
                    <a:pt x="8414" y="9952"/>
                  </a:cubicBezTo>
                  <a:cubicBezTo>
                    <a:pt x="8281" y="10100"/>
                    <a:pt x="8207" y="10277"/>
                    <a:pt x="8207" y="10484"/>
                  </a:cubicBezTo>
                  <a:cubicBezTo>
                    <a:pt x="8221" y="10662"/>
                    <a:pt x="8295" y="10839"/>
                    <a:pt x="8428" y="10972"/>
                  </a:cubicBezTo>
                  <a:cubicBezTo>
                    <a:pt x="8428" y="10987"/>
                    <a:pt x="8443" y="10987"/>
                    <a:pt x="8443" y="10987"/>
                  </a:cubicBezTo>
                  <a:cubicBezTo>
                    <a:pt x="8591" y="11135"/>
                    <a:pt x="8783" y="11194"/>
                    <a:pt x="8976" y="11194"/>
                  </a:cubicBezTo>
                  <a:cubicBezTo>
                    <a:pt x="9049" y="11194"/>
                    <a:pt x="9123" y="11164"/>
                    <a:pt x="9197" y="11149"/>
                  </a:cubicBezTo>
                  <a:lnTo>
                    <a:pt x="9197" y="11149"/>
                  </a:lnTo>
                  <a:lnTo>
                    <a:pt x="6211" y="14121"/>
                  </a:lnTo>
                  <a:cubicBezTo>
                    <a:pt x="6108" y="14057"/>
                    <a:pt x="5982" y="14015"/>
                    <a:pt x="5854" y="14015"/>
                  </a:cubicBezTo>
                  <a:cubicBezTo>
                    <a:pt x="5835" y="14015"/>
                    <a:pt x="5816" y="14016"/>
                    <a:pt x="5797" y="14018"/>
                  </a:cubicBezTo>
                  <a:cubicBezTo>
                    <a:pt x="5604" y="14018"/>
                    <a:pt x="5412" y="14107"/>
                    <a:pt x="5279" y="14255"/>
                  </a:cubicBezTo>
                  <a:cubicBezTo>
                    <a:pt x="5264" y="14269"/>
                    <a:pt x="5264" y="14284"/>
                    <a:pt x="5249" y="14299"/>
                  </a:cubicBezTo>
                  <a:lnTo>
                    <a:pt x="5249" y="12022"/>
                  </a:lnTo>
                  <a:lnTo>
                    <a:pt x="5249" y="11977"/>
                  </a:lnTo>
                  <a:lnTo>
                    <a:pt x="2839" y="9567"/>
                  </a:lnTo>
                  <a:lnTo>
                    <a:pt x="0" y="12406"/>
                  </a:lnTo>
                  <a:lnTo>
                    <a:pt x="0" y="21455"/>
                  </a:lnTo>
                  <a:lnTo>
                    <a:pt x="0" y="21500"/>
                  </a:lnTo>
                  <a:lnTo>
                    <a:pt x="2470" y="23969"/>
                  </a:lnTo>
                  <a:cubicBezTo>
                    <a:pt x="2470" y="23984"/>
                    <a:pt x="2470" y="24013"/>
                    <a:pt x="2470" y="24043"/>
                  </a:cubicBezTo>
                  <a:cubicBezTo>
                    <a:pt x="2470" y="24250"/>
                    <a:pt x="2632" y="24413"/>
                    <a:pt x="2839" y="24413"/>
                  </a:cubicBezTo>
                  <a:cubicBezTo>
                    <a:pt x="3032" y="24413"/>
                    <a:pt x="3209" y="24250"/>
                    <a:pt x="3209" y="24043"/>
                  </a:cubicBezTo>
                  <a:cubicBezTo>
                    <a:pt x="3209" y="23836"/>
                    <a:pt x="3032" y="23673"/>
                    <a:pt x="2839" y="23673"/>
                  </a:cubicBezTo>
                  <a:cubicBezTo>
                    <a:pt x="2736" y="23673"/>
                    <a:pt x="2647" y="23703"/>
                    <a:pt x="2588" y="23762"/>
                  </a:cubicBezTo>
                  <a:lnTo>
                    <a:pt x="222" y="21411"/>
                  </a:lnTo>
                  <a:lnTo>
                    <a:pt x="222" y="12495"/>
                  </a:lnTo>
                  <a:lnTo>
                    <a:pt x="2839" y="9878"/>
                  </a:lnTo>
                  <a:lnTo>
                    <a:pt x="5028" y="12066"/>
                  </a:lnTo>
                  <a:lnTo>
                    <a:pt x="5028" y="21219"/>
                  </a:lnTo>
                  <a:cubicBezTo>
                    <a:pt x="4880" y="21278"/>
                    <a:pt x="4776" y="21411"/>
                    <a:pt x="4776" y="21574"/>
                  </a:cubicBezTo>
                  <a:cubicBezTo>
                    <a:pt x="4776" y="21781"/>
                    <a:pt x="4939" y="21943"/>
                    <a:pt x="5146" y="21943"/>
                  </a:cubicBezTo>
                  <a:cubicBezTo>
                    <a:pt x="5353" y="21943"/>
                    <a:pt x="5516" y="21781"/>
                    <a:pt x="5516" y="21574"/>
                  </a:cubicBezTo>
                  <a:cubicBezTo>
                    <a:pt x="5516" y="21396"/>
                    <a:pt x="5397" y="21263"/>
                    <a:pt x="5249" y="21219"/>
                  </a:cubicBezTo>
                  <a:lnTo>
                    <a:pt x="5249" y="15216"/>
                  </a:lnTo>
                  <a:cubicBezTo>
                    <a:pt x="5264" y="15230"/>
                    <a:pt x="5279" y="15260"/>
                    <a:pt x="5309" y="15275"/>
                  </a:cubicBezTo>
                  <a:cubicBezTo>
                    <a:pt x="5309" y="15290"/>
                    <a:pt x="5323" y="15290"/>
                    <a:pt x="5323" y="15290"/>
                  </a:cubicBezTo>
                  <a:cubicBezTo>
                    <a:pt x="5471" y="15437"/>
                    <a:pt x="5663" y="15497"/>
                    <a:pt x="5856" y="15497"/>
                  </a:cubicBezTo>
                  <a:cubicBezTo>
                    <a:pt x="6048" y="15482"/>
                    <a:pt x="6240" y="15408"/>
                    <a:pt x="6373" y="15260"/>
                  </a:cubicBezTo>
                  <a:cubicBezTo>
                    <a:pt x="6506" y="15112"/>
                    <a:pt x="6565" y="14920"/>
                    <a:pt x="6565" y="14728"/>
                  </a:cubicBezTo>
                  <a:cubicBezTo>
                    <a:pt x="6551" y="14550"/>
                    <a:pt x="6491" y="14402"/>
                    <a:pt x="6373" y="14269"/>
                  </a:cubicBezTo>
                  <a:lnTo>
                    <a:pt x="9330" y="11312"/>
                  </a:lnTo>
                  <a:cubicBezTo>
                    <a:pt x="9464" y="11432"/>
                    <a:pt x="9621" y="11492"/>
                    <a:pt x="9791" y="11492"/>
                  </a:cubicBezTo>
                  <a:cubicBezTo>
                    <a:pt x="9810" y="11492"/>
                    <a:pt x="9829" y="11491"/>
                    <a:pt x="9848" y="11490"/>
                  </a:cubicBezTo>
                  <a:cubicBezTo>
                    <a:pt x="10040" y="11490"/>
                    <a:pt x="10232" y="11401"/>
                    <a:pt x="10365" y="11253"/>
                  </a:cubicBezTo>
                  <a:cubicBezTo>
                    <a:pt x="10499" y="11120"/>
                    <a:pt x="10572" y="10928"/>
                    <a:pt x="10558" y="10735"/>
                  </a:cubicBezTo>
                  <a:cubicBezTo>
                    <a:pt x="10558" y="10691"/>
                    <a:pt x="10558" y="10662"/>
                    <a:pt x="10543" y="10632"/>
                  </a:cubicBezTo>
                  <a:lnTo>
                    <a:pt x="10543" y="10632"/>
                  </a:lnTo>
                  <a:cubicBezTo>
                    <a:pt x="10572" y="10691"/>
                    <a:pt x="10602" y="10735"/>
                    <a:pt x="10646" y="10765"/>
                  </a:cubicBezTo>
                  <a:cubicBezTo>
                    <a:pt x="10661" y="10780"/>
                    <a:pt x="10661" y="10780"/>
                    <a:pt x="10676" y="10795"/>
                  </a:cubicBezTo>
                  <a:cubicBezTo>
                    <a:pt x="10809" y="10928"/>
                    <a:pt x="11001" y="10987"/>
                    <a:pt x="11193" y="10987"/>
                  </a:cubicBezTo>
                  <a:cubicBezTo>
                    <a:pt x="11400" y="10972"/>
                    <a:pt x="11578" y="10898"/>
                    <a:pt x="11711" y="10750"/>
                  </a:cubicBezTo>
                  <a:cubicBezTo>
                    <a:pt x="11800" y="10647"/>
                    <a:pt x="11859" y="10528"/>
                    <a:pt x="11888" y="10395"/>
                  </a:cubicBezTo>
                  <a:lnTo>
                    <a:pt x="16797" y="10395"/>
                  </a:lnTo>
                  <a:lnTo>
                    <a:pt x="17522" y="9671"/>
                  </a:lnTo>
                  <a:lnTo>
                    <a:pt x="17522" y="7882"/>
                  </a:lnTo>
                  <a:cubicBezTo>
                    <a:pt x="17670" y="7852"/>
                    <a:pt x="17803" y="7778"/>
                    <a:pt x="17906" y="7660"/>
                  </a:cubicBezTo>
                  <a:cubicBezTo>
                    <a:pt x="18040" y="7527"/>
                    <a:pt x="18099" y="7335"/>
                    <a:pt x="18099" y="7128"/>
                  </a:cubicBezTo>
                  <a:cubicBezTo>
                    <a:pt x="18084" y="6935"/>
                    <a:pt x="17995" y="6758"/>
                    <a:pt x="17862" y="6625"/>
                  </a:cubicBezTo>
                  <a:cubicBezTo>
                    <a:pt x="17727" y="6503"/>
                    <a:pt x="17554" y="6431"/>
                    <a:pt x="17378" y="6431"/>
                  </a:cubicBezTo>
                  <a:cubicBezTo>
                    <a:pt x="17362" y="6431"/>
                    <a:pt x="17346" y="6431"/>
                    <a:pt x="17330" y="6433"/>
                  </a:cubicBezTo>
                  <a:cubicBezTo>
                    <a:pt x="17138" y="6433"/>
                    <a:pt x="16945" y="6521"/>
                    <a:pt x="16812" y="6654"/>
                  </a:cubicBezTo>
                  <a:cubicBezTo>
                    <a:pt x="16679" y="6802"/>
                    <a:pt x="16605" y="6995"/>
                    <a:pt x="16620" y="7187"/>
                  </a:cubicBezTo>
                  <a:cubicBezTo>
                    <a:pt x="16620" y="7379"/>
                    <a:pt x="16709" y="7556"/>
                    <a:pt x="16842" y="7689"/>
                  </a:cubicBezTo>
                  <a:cubicBezTo>
                    <a:pt x="16842" y="7689"/>
                    <a:pt x="16842" y="7704"/>
                    <a:pt x="16857" y="7704"/>
                  </a:cubicBezTo>
                  <a:cubicBezTo>
                    <a:pt x="16975" y="7823"/>
                    <a:pt x="17138" y="7882"/>
                    <a:pt x="17300" y="7896"/>
                  </a:cubicBezTo>
                  <a:lnTo>
                    <a:pt x="17300" y="9582"/>
                  </a:lnTo>
                  <a:lnTo>
                    <a:pt x="16694" y="10174"/>
                  </a:lnTo>
                  <a:lnTo>
                    <a:pt x="11903" y="10174"/>
                  </a:lnTo>
                  <a:cubicBezTo>
                    <a:pt x="11888" y="9996"/>
                    <a:pt x="11815" y="9833"/>
                    <a:pt x="11667" y="9700"/>
                  </a:cubicBezTo>
                  <a:cubicBezTo>
                    <a:pt x="11534" y="9567"/>
                    <a:pt x="11341" y="9508"/>
                    <a:pt x="11149" y="9508"/>
                  </a:cubicBezTo>
                  <a:cubicBezTo>
                    <a:pt x="10942" y="9523"/>
                    <a:pt x="10765" y="9597"/>
                    <a:pt x="10632" y="9745"/>
                  </a:cubicBezTo>
                  <a:cubicBezTo>
                    <a:pt x="10499" y="9893"/>
                    <a:pt x="10425" y="10085"/>
                    <a:pt x="10439" y="10277"/>
                  </a:cubicBezTo>
                  <a:cubicBezTo>
                    <a:pt x="10439" y="10307"/>
                    <a:pt x="10439" y="10336"/>
                    <a:pt x="10439" y="10366"/>
                  </a:cubicBezTo>
                  <a:cubicBezTo>
                    <a:pt x="10410" y="10321"/>
                    <a:pt x="10365" y="10262"/>
                    <a:pt x="10321" y="10218"/>
                  </a:cubicBezTo>
                  <a:cubicBezTo>
                    <a:pt x="10186" y="10096"/>
                    <a:pt x="10026" y="10024"/>
                    <a:pt x="9841" y="10024"/>
                  </a:cubicBezTo>
                  <a:cubicBezTo>
                    <a:pt x="9824" y="10024"/>
                    <a:pt x="9806" y="10024"/>
                    <a:pt x="9789" y="10026"/>
                  </a:cubicBezTo>
                  <a:cubicBezTo>
                    <a:pt x="9715" y="10026"/>
                    <a:pt x="9641" y="10040"/>
                    <a:pt x="9582" y="10070"/>
                  </a:cubicBezTo>
                  <a:cubicBezTo>
                    <a:pt x="9567" y="10040"/>
                    <a:pt x="9552" y="10026"/>
                    <a:pt x="9537" y="10011"/>
                  </a:cubicBezTo>
                  <a:lnTo>
                    <a:pt x="14136" y="5427"/>
                  </a:lnTo>
                  <a:lnTo>
                    <a:pt x="19370" y="5427"/>
                  </a:lnTo>
                  <a:lnTo>
                    <a:pt x="24679" y="119"/>
                  </a:lnTo>
                  <a:cubicBezTo>
                    <a:pt x="24605" y="89"/>
                    <a:pt x="24545" y="45"/>
                    <a:pt x="244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807542" y="4569151"/>
              <a:ext cx="493260" cy="334961"/>
            </a:xfrm>
            <a:custGeom>
              <a:avLst/>
              <a:gdLst/>
              <a:ahLst/>
              <a:cxnLst/>
              <a:rect l="l" t="t" r="r" b="b"/>
              <a:pathLst>
                <a:path w="12894" h="8756" extrusionOk="0">
                  <a:moveTo>
                    <a:pt x="12125" y="0"/>
                  </a:moveTo>
                  <a:cubicBezTo>
                    <a:pt x="11711" y="15"/>
                    <a:pt x="11401" y="355"/>
                    <a:pt x="11415" y="769"/>
                  </a:cubicBezTo>
                  <a:cubicBezTo>
                    <a:pt x="11415" y="947"/>
                    <a:pt x="11489" y="1124"/>
                    <a:pt x="11622" y="1257"/>
                  </a:cubicBezTo>
                  <a:cubicBezTo>
                    <a:pt x="11637" y="1272"/>
                    <a:pt x="11637" y="1272"/>
                    <a:pt x="11652" y="1272"/>
                  </a:cubicBezTo>
                  <a:cubicBezTo>
                    <a:pt x="11755" y="1390"/>
                    <a:pt x="11903" y="1449"/>
                    <a:pt x="12051" y="1464"/>
                  </a:cubicBezTo>
                  <a:lnTo>
                    <a:pt x="12051" y="3519"/>
                  </a:lnTo>
                  <a:lnTo>
                    <a:pt x="10750" y="4821"/>
                  </a:lnTo>
                  <a:lnTo>
                    <a:pt x="3697" y="4821"/>
                  </a:lnTo>
                  <a:lnTo>
                    <a:pt x="1139" y="7393"/>
                  </a:lnTo>
                  <a:cubicBezTo>
                    <a:pt x="1006" y="7319"/>
                    <a:pt x="858" y="7275"/>
                    <a:pt x="710" y="7275"/>
                  </a:cubicBezTo>
                  <a:cubicBezTo>
                    <a:pt x="518" y="7290"/>
                    <a:pt x="341" y="7364"/>
                    <a:pt x="207" y="7512"/>
                  </a:cubicBezTo>
                  <a:cubicBezTo>
                    <a:pt x="74" y="7660"/>
                    <a:pt x="0" y="7852"/>
                    <a:pt x="0" y="8044"/>
                  </a:cubicBezTo>
                  <a:cubicBezTo>
                    <a:pt x="15" y="8236"/>
                    <a:pt x="89" y="8414"/>
                    <a:pt x="222" y="8532"/>
                  </a:cubicBezTo>
                  <a:cubicBezTo>
                    <a:pt x="222" y="8547"/>
                    <a:pt x="237" y="8547"/>
                    <a:pt x="237" y="8562"/>
                  </a:cubicBezTo>
                  <a:cubicBezTo>
                    <a:pt x="372" y="8683"/>
                    <a:pt x="545" y="8756"/>
                    <a:pt x="721" y="8756"/>
                  </a:cubicBezTo>
                  <a:cubicBezTo>
                    <a:pt x="737" y="8756"/>
                    <a:pt x="753" y="8755"/>
                    <a:pt x="769" y="8754"/>
                  </a:cubicBezTo>
                  <a:cubicBezTo>
                    <a:pt x="962" y="8754"/>
                    <a:pt x="1154" y="8665"/>
                    <a:pt x="1287" y="8517"/>
                  </a:cubicBezTo>
                  <a:cubicBezTo>
                    <a:pt x="1420" y="8369"/>
                    <a:pt x="1494" y="8192"/>
                    <a:pt x="1479" y="7985"/>
                  </a:cubicBezTo>
                  <a:cubicBezTo>
                    <a:pt x="1479" y="7822"/>
                    <a:pt x="1405" y="7660"/>
                    <a:pt x="1302" y="7541"/>
                  </a:cubicBezTo>
                  <a:lnTo>
                    <a:pt x="3800" y="5042"/>
                  </a:lnTo>
                  <a:lnTo>
                    <a:pt x="10839" y="5042"/>
                  </a:lnTo>
                  <a:lnTo>
                    <a:pt x="12273" y="3623"/>
                  </a:lnTo>
                  <a:lnTo>
                    <a:pt x="12273" y="1464"/>
                  </a:lnTo>
                  <a:cubicBezTo>
                    <a:pt x="12628" y="1405"/>
                    <a:pt x="12894" y="1080"/>
                    <a:pt x="12879" y="710"/>
                  </a:cubicBezTo>
                  <a:cubicBezTo>
                    <a:pt x="12864" y="311"/>
                    <a:pt x="12539" y="0"/>
                    <a:pt x="1215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921235" y="4821401"/>
              <a:ext cx="609785" cy="377347"/>
            </a:xfrm>
            <a:custGeom>
              <a:avLst/>
              <a:gdLst/>
              <a:ahLst/>
              <a:cxnLst/>
              <a:rect l="l" t="t" r="r" b="b"/>
              <a:pathLst>
                <a:path w="15940" h="9864" extrusionOk="0">
                  <a:moveTo>
                    <a:pt x="15156" y="1"/>
                  </a:moveTo>
                  <a:cubicBezTo>
                    <a:pt x="14757" y="31"/>
                    <a:pt x="14432" y="371"/>
                    <a:pt x="14447" y="770"/>
                  </a:cubicBezTo>
                  <a:cubicBezTo>
                    <a:pt x="14461" y="918"/>
                    <a:pt x="14506" y="1051"/>
                    <a:pt x="14580" y="1169"/>
                  </a:cubicBezTo>
                  <a:lnTo>
                    <a:pt x="9567" y="6182"/>
                  </a:lnTo>
                  <a:lnTo>
                    <a:pt x="3460" y="6182"/>
                  </a:lnTo>
                  <a:lnTo>
                    <a:pt x="1139" y="8503"/>
                  </a:lnTo>
                  <a:cubicBezTo>
                    <a:pt x="1036" y="8426"/>
                    <a:pt x="910" y="8382"/>
                    <a:pt x="771" y="8382"/>
                  </a:cubicBezTo>
                  <a:cubicBezTo>
                    <a:pt x="751" y="8382"/>
                    <a:pt x="731" y="8383"/>
                    <a:pt x="710" y="8385"/>
                  </a:cubicBezTo>
                  <a:cubicBezTo>
                    <a:pt x="518" y="8385"/>
                    <a:pt x="326" y="8473"/>
                    <a:pt x="193" y="8621"/>
                  </a:cubicBezTo>
                  <a:cubicBezTo>
                    <a:pt x="60" y="8769"/>
                    <a:pt x="0" y="8947"/>
                    <a:pt x="0" y="9154"/>
                  </a:cubicBezTo>
                  <a:cubicBezTo>
                    <a:pt x="15" y="9331"/>
                    <a:pt x="89" y="9508"/>
                    <a:pt x="222" y="9642"/>
                  </a:cubicBezTo>
                  <a:cubicBezTo>
                    <a:pt x="222" y="9642"/>
                    <a:pt x="237" y="9656"/>
                    <a:pt x="237" y="9656"/>
                  </a:cubicBezTo>
                  <a:cubicBezTo>
                    <a:pt x="385" y="9789"/>
                    <a:pt x="577" y="9863"/>
                    <a:pt x="769" y="9863"/>
                  </a:cubicBezTo>
                  <a:cubicBezTo>
                    <a:pt x="962" y="9849"/>
                    <a:pt x="1154" y="9760"/>
                    <a:pt x="1287" y="9627"/>
                  </a:cubicBezTo>
                  <a:cubicBezTo>
                    <a:pt x="1420" y="9479"/>
                    <a:pt x="1479" y="9287"/>
                    <a:pt x="1479" y="9094"/>
                  </a:cubicBezTo>
                  <a:cubicBezTo>
                    <a:pt x="1464" y="8932"/>
                    <a:pt x="1405" y="8769"/>
                    <a:pt x="1302" y="8651"/>
                  </a:cubicBezTo>
                  <a:lnTo>
                    <a:pt x="3549" y="6403"/>
                  </a:lnTo>
                  <a:lnTo>
                    <a:pt x="9656" y="6403"/>
                  </a:lnTo>
                  <a:lnTo>
                    <a:pt x="14742" y="1332"/>
                  </a:lnTo>
                  <a:cubicBezTo>
                    <a:pt x="14862" y="1425"/>
                    <a:pt x="15005" y="1482"/>
                    <a:pt x="15162" y="1482"/>
                  </a:cubicBezTo>
                  <a:cubicBezTo>
                    <a:pt x="15179" y="1482"/>
                    <a:pt x="15197" y="1481"/>
                    <a:pt x="15215" y="1480"/>
                  </a:cubicBezTo>
                  <a:cubicBezTo>
                    <a:pt x="15629" y="1465"/>
                    <a:pt x="15940" y="1125"/>
                    <a:pt x="15925" y="711"/>
                  </a:cubicBezTo>
                  <a:cubicBezTo>
                    <a:pt x="15910" y="326"/>
                    <a:pt x="15585" y="1"/>
                    <a:pt x="1518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846562" y="4350258"/>
              <a:ext cx="695208" cy="600183"/>
            </a:xfrm>
            <a:custGeom>
              <a:avLst/>
              <a:gdLst/>
              <a:ahLst/>
              <a:cxnLst/>
              <a:rect l="l" t="t" r="r" b="b"/>
              <a:pathLst>
                <a:path w="18173" h="15689" extrusionOk="0">
                  <a:moveTo>
                    <a:pt x="17951" y="0"/>
                  </a:moveTo>
                  <a:lnTo>
                    <a:pt x="13456" y="4480"/>
                  </a:lnTo>
                  <a:lnTo>
                    <a:pt x="13456" y="9818"/>
                  </a:lnTo>
                  <a:lnTo>
                    <a:pt x="11046" y="12243"/>
                  </a:lnTo>
                  <a:lnTo>
                    <a:pt x="3298" y="12243"/>
                  </a:lnTo>
                  <a:lnTo>
                    <a:pt x="1184" y="14343"/>
                  </a:lnTo>
                  <a:lnTo>
                    <a:pt x="1184" y="14357"/>
                  </a:lnTo>
                  <a:cubicBezTo>
                    <a:pt x="1064" y="14265"/>
                    <a:pt x="921" y="14207"/>
                    <a:pt x="764" y="14207"/>
                  </a:cubicBezTo>
                  <a:cubicBezTo>
                    <a:pt x="746" y="14207"/>
                    <a:pt x="729" y="14208"/>
                    <a:pt x="710" y="14210"/>
                  </a:cubicBezTo>
                  <a:cubicBezTo>
                    <a:pt x="518" y="14210"/>
                    <a:pt x="341" y="14298"/>
                    <a:pt x="208" y="14446"/>
                  </a:cubicBezTo>
                  <a:cubicBezTo>
                    <a:pt x="75" y="14594"/>
                    <a:pt x="1" y="14771"/>
                    <a:pt x="1" y="14978"/>
                  </a:cubicBezTo>
                  <a:cubicBezTo>
                    <a:pt x="15" y="15156"/>
                    <a:pt x="89" y="15333"/>
                    <a:pt x="222" y="15466"/>
                  </a:cubicBezTo>
                  <a:cubicBezTo>
                    <a:pt x="222" y="15466"/>
                    <a:pt x="237" y="15481"/>
                    <a:pt x="237" y="15481"/>
                  </a:cubicBezTo>
                  <a:cubicBezTo>
                    <a:pt x="385" y="15614"/>
                    <a:pt x="577" y="15688"/>
                    <a:pt x="770" y="15688"/>
                  </a:cubicBezTo>
                  <a:cubicBezTo>
                    <a:pt x="977" y="15673"/>
                    <a:pt x="1154" y="15585"/>
                    <a:pt x="1287" y="15452"/>
                  </a:cubicBezTo>
                  <a:cubicBezTo>
                    <a:pt x="1420" y="15304"/>
                    <a:pt x="1494" y="15112"/>
                    <a:pt x="1479" y="14919"/>
                  </a:cubicBezTo>
                  <a:cubicBezTo>
                    <a:pt x="1479" y="14757"/>
                    <a:pt x="1420" y="14624"/>
                    <a:pt x="1331" y="14505"/>
                  </a:cubicBezTo>
                  <a:lnTo>
                    <a:pt x="3387" y="12465"/>
                  </a:lnTo>
                  <a:lnTo>
                    <a:pt x="11135" y="12465"/>
                  </a:lnTo>
                  <a:lnTo>
                    <a:pt x="13678" y="9907"/>
                  </a:lnTo>
                  <a:lnTo>
                    <a:pt x="13678" y="4584"/>
                  </a:lnTo>
                  <a:lnTo>
                    <a:pt x="18173" y="89"/>
                  </a:lnTo>
                  <a:cubicBezTo>
                    <a:pt x="18099" y="59"/>
                    <a:pt x="18025" y="30"/>
                    <a:pt x="1795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987989" y="4608706"/>
              <a:ext cx="167442" cy="56617"/>
            </a:xfrm>
            <a:custGeom>
              <a:avLst/>
              <a:gdLst/>
              <a:ahLst/>
              <a:cxnLst/>
              <a:rect l="l" t="t" r="r" b="b"/>
              <a:pathLst>
                <a:path w="4377" h="1480" extrusionOk="0">
                  <a:moveTo>
                    <a:pt x="3635" y="1"/>
                  </a:moveTo>
                  <a:cubicBezTo>
                    <a:pt x="3626" y="1"/>
                    <a:pt x="3617" y="1"/>
                    <a:pt x="3608" y="1"/>
                  </a:cubicBezTo>
                  <a:cubicBezTo>
                    <a:pt x="3224" y="16"/>
                    <a:pt x="2928" y="312"/>
                    <a:pt x="2898" y="667"/>
                  </a:cubicBezTo>
                  <a:lnTo>
                    <a:pt x="1479" y="667"/>
                  </a:lnTo>
                  <a:cubicBezTo>
                    <a:pt x="1464" y="489"/>
                    <a:pt x="1390" y="327"/>
                    <a:pt x="1242" y="194"/>
                  </a:cubicBezTo>
                  <a:cubicBezTo>
                    <a:pt x="1109" y="75"/>
                    <a:pt x="932" y="1"/>
                    <a:pt x="754" y="1"/>
                  </a:cubicBezTo>
                  <a:lnTo>
                    <a:pt x="725" y="1"/>
                  </a:lnTo>
                  <a:cubicBezTo>
                    <a:pt x="311" y="16"/>
                    <a:pt x="0" y="356"/>
                    <a:pt x="15" y="770"/>
                  </a:cubicBezTo>
                  <a:cubicBezTo>
                    <a:pt x="15" y="948"/>
                    <a:pt x="89" y="1125"/>
                    <a:pt x="222" y="1258"/>
                  </a:cubicBezTo>
                  <a:cubicBezTo>
                    <a:pt x="237" y="1273"/>
                    <a:pt x="237" y="1273"/>
                    <a:pt x="252" y="1288"/>
                  </a:cubicBezTo>
                  <a:cubicBezTo>
                    <a:pt x="385" y="1421"/>
                    <a:pt x="577" y="1480"/>
                    <a:pt x="769" y="1480"/>
                  </a:cubicBezTo>
                  <a:cubicBezTo>
                    <a:pt x="1124" y="1465"/>
                    <a:pt x="1405" y="1214"/>
                    <a:pt x="1464" y="889"/>
                  </a:cubicBezTo>
                  <a:lnTo>
                    <a:pt x="2913" y="889"/>
                  </a:lnTo>
                  <a:cubicBezTo>
                    <a:pt x="2943" y="1036"/>
                    <a:pt x="3002" y="1155"/>
                    <a:pt x="3105" y="1258"/>
                  </a:cubicBezTo>
                  <a:cubicBezTo>
                    <a:pt x="3253" y="1406"/>
                    <a:pt x="3445" y="1480"/>
                    <a:pt x="3652" y="1480"/>
                  </a:cubicBezTo>
                  <a:cubicBezTo>
                    <a:pt x="4066" y="1465"/>
                    <a:pt x="4377" y="1110"/>
                    <a:pt x="4362" y="711"/>
                  </a:cubicBezTo>
                  <a:cubicBezTo>
                    <a:pt x="4348" y="307"/>
                    <a:pt x="4023" y="1"/>
                    <a:pt x="363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1" name="Google Shape;401;p28"/>
          <p:cNvSpPr/>
          <p:nvPr/>
        </p:nvSpPr>
        <p:spPr>
          <a:xfrm>
            <a:off x="2704650" y="3274225"/>
            <a:ext cx="3734700" cy="33300"/>
          </a:xfrm>
          <a:prstGeom prst="rect">
            <a:avLst/>
          </a:prstGeom>
          <a:gradFill>
            <a:gsLst>
              <a:gs pos="0">
                <a:srgbClr val="49E1BB"/>
              </a:gs>
              <a:gs pos="100000">
                <a:srgbClr val="1E8A6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8"/>
          <p:cNvSpPr/>
          <p:nvPr/>
        </p:nvSpPr>
        <p:spPr>
          <a:xfrm rot="-1168698">
            <a:off x="7406920" y="4100048"/>
            <a:ext cx="2417456" cy="1593676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8"/>
          <p:cNvSpPr/>
          <p:nvPr/>
        </p:nvSpPr>
        <p:spPr>
          <a:xfrm rot="-1168698">
            <a:off x="-680355" y="-261827"/>
            <a:ext cx="2417456" cy="1593676"/>
          </a:xfrm>
          <a:prstGeom prst="ellipse">
            <a:avLst/>
          </a:prstGeom>
          <a:gradFill>
            <a:gsLst>
              <a:gs pos="0">
                <a:srgbClr val="5FFFF1">
                  <a:alpha val="54509"/>
                </a:srgbClr>
              </a:gs>
              <a:gs pos="23000">
                <a:srgbClr val="21C79D">
                  <a:alpha val="37254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1239550" y="1590657"/>
            <a:ext cx="6309360" cy="1325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2500" b="1" dirty="0">
                <a:solidFill>
                  <a:srgbClr val="F6FFFF"/>
                </a:solidFill>
                <a:latin typeface="Aptos Display"/>
              </a:rPr>
              <a:t>A Hybrid CNN + Residual GCN</a:t>
            </a:r>
          </a:p>
          <a:p>
            <a:pPr algn="ctr">
              <a:lnSpc>
                <a:spcPct val="104000"/>
              </a:lnSpc>
            </a:pPr>
            <a:r>
              <a:rPr sz="2500" b="1" dirty="0">
                <a:solidFill>
                  <a:srgbClr val="F6FFFF"/>
                </a:solidFill>
                <a:latin typeface="Aptos Display"/>
              </a:rPr>
              <a:t>for Blood-Cell Image Classification</a:t>
            </a:r>
          </a:p>
          <a:p>
            <a:pPr algn="ctr">
              <a:lnSpc>
                <a:spcPct val="104000"/>
              </a:lnSpc>
            </a:pPr>
            <a:r>
              <a:rPr sz="2500" b="1" dirty="0">
                <a:solidFill>
                  <a:srgbClr val="F6FFFF"/>
                </a:solidFill>
                <a:latin typeface="Aptos Display"/>
              </a:rPr>
              <a:t>on </a:t>
            </a:r>
            <a:r>
              <a:rPr sz="2500" b="1" dirty="0" err="1">
                <a:solidFill>
                  <a:srgbClr val="F6FFFF"/>
                </a:solidFill>
                <a:latin typeface="Aptos Display"/>
              </a:rPr>
              <a:t>BloodMNIST</a:t>
            </a:r>
            <a:endParaRPr sz="2500" b="1" dirty="0">
              <a:solidFill>
                <a:srgbClr val="F6FFFF"/>
              </a:solidFill>
              <a:latin typeface="Aptos Display"/>
            </a:endParaRPr>
          </a:p>
        </p:txBody>
      </p:sp>
      <p:sp>
        <p:nvSpPr>
          <p:cNvPr id="405" name="Rectangle 404"/>
          <p:cNvSpPr/>
          <p:nvPr/>
        </p:nvSpPr>
        <p:spPr>
          <a:xfrm>
            <a:off x="2788920" y="3273552"/>
            <a:ext cx="3566160" cy="36576"/>
          </a:xfrm>
          <a:prstGeom prst="rect">
            <a:avLst/>
          </a:prstGeom>
          <a:solidFill>
            <a:srgbClr val="42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TextBox 405"/>
          <p:cNvSpPr txBox="1"/>
          <p:nvPr/>
        </p:nvSpPr>
        <p:spPr>
          <a:xfrm>
            <a:off x="2880360" y="3566160"/>
            <a:ext cx="33832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0">
                <a:solidFill>
                  <a:srgbClr val="DAFFF9"/>
                </a:solidFill>
                <a:latin typeface="Aptos"/>
              </a:rPr>
              <a:t>CSE475: Machine Learning  |  Group04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8"/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b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800" b="1" dirty="0">
                <a:solidFill>
                  <a:srgbClr val="F6FFFF"/>
                </a:solidFill>
                <a:latin typeface="Aptos Display"/>
              </a:rPr>
              <a:t>Project </a:t>
            </a:r>
            <a:r>
              <a:rPr lang="en-US" sz="2800" b="1" dirty="0">
                <a:solidFill>
                  <a:srgbClr val="F6FFFF"/>
                </a:solidFill>
                <a:latin typeface="Aptos Display"/>
              </a:rPr>
              <a:t>Information</a:t>
            </a:r>
            <a:endParaRPr sz="2800" b="1" dirty="0">
              <a:solidFill>
                <a:srgbClr val="F6FFFF"/>
              </a:solidFill>
              <a:latin typeface="Aptos Display"/>
            </a:endParaRPr>
          </a:p>
        </p:txBody>
      </p:sp>
      <p:grpSp>
        <p:nvGrpSpPr>
          <p:cNvPr id="563" name="Google Shape;563;p38"/>
          <p:cNvGrpSpPr/>
          <p:nvPr/>
        </p:nvGrpSpPr>
        <p:grpSpPr>
          <a:xfrm>
            <a:off x="-386197" y="3324233"/>
            <a:ext cx="1997530" cy="1942862"/>
            <a:chOff x="281558" y="3200632"/>
            <a:chExt cx="1997530" cy="1942862"/>
          </a:xfrm>
        </p:grpSpPr>
        <p:sp>
          <p:nvSpPr>
            <p:cNvPr id="564" name="Google Shape;564;p38"/>
            <p:cNvSpPr/>
            <p:nvPr/>
          </p:nvSpPr>
          <p:spPr>
            <a:xfrm rot="-2700000">
              <a:off x="843388" y="3723283"/>
              <a:ext cx="1198446" cy="1167468"/>
            </a:xfrm>
            <a:custGeom>
              <a:avLst/>
              <a:gdLst/>
              <a:ahLst/>
              <a:cxnLst/>
              <a:rect l="l" t="t" r="r" b="b"/>
              <a:pathLst>
                <a:path w="17641" h="17185" extrusionOk="0">
                  <a:moveTo>
                    <a:pt x="16857" y="1"/>
                  </a:moveTo>
                  <a:cubicBezTo>
                    <a:pt x="16443" y="30"/>
                    <a:pt x="16132" y="371"/>
                    <a:pt x="16147" y="770"/>
                  </a:cubicBezTo>
                  <a:cubicBezTo>
                    <a:pt x="16147" y="947"/>
                    <a:pt x="16206" y="1095"/>
                    <a:pt x="16310" y="1213"/>
                  </a:cubicBezTo>
                  <a:lnTo>
                    <a:pt x="14122" y="3402"/>
                  </a:lnTo>
                  <a:lnTo>
                    <a:pt x="8473" y="3402"/>
                  </a:lnTo>
                  <a:lnTo>
                    <a:pt x="607" y="11283"/>
                  </a:lnTo>
                  <a:lnTo>
                    <a:pt x="607" y="15733"/>
                  </a:lnTo>
                  <a:cubicBezTo>
                    <a:pt x="444" y="15763"/>
                    <a:pt x="311" y="15837"/>
                    <a:pt x="193" y="15955"/>
                  </a:cubicBezTo>
                  <a:cubicBezTo>
                    <a:pt x="60" y="16088"/>
                    <a:pt x="1" y="16281"/>
                    <a:pt x="1" y="16473"/>
                  </a:cubicBezTo>
                  <a:cubicBezTo>
                    <a:pt x="15" y="16680"/>
                    <a:pt x="89" y="16857"/>
                    <a:pt x="237" y="16990"/>
                  </a:cubicBezTo>
                  <a:cubicBezTo>
                    <a:pt x="373" y="17112"/>
                    <a:pt x="545" y="17184"/>
                    <a:pt x="721" y="17184"/>
                  </a:cubicBezTo>
                  <a:cubicBezTo>
                    <a:pt x="737" y="17184"/>
                    <a:pt x="753" y="17184"/>
                    <a:pt x="770" y="17182"/>
                  </a:cubicBezTo>
                  <a:cubicBezTo>
                    <a:pt x="962" y="17182"/>
                    <a:pt x="1154" y="17094"/>
                    <a:pt x="1287" y="16946"/>
                  </a:cubicBezTo>
                  <a:cubicBezTo>
                    <a:pt x="1420" y="16813"/>
                    <a:pt x="1479" y="16621"/>
                    <a:pt x="1479" y="16428"/>
                  </a:cubicBezTo>
                  <a:cubicBezTo>
                    <a:pt x="1465" y="16236"/>
                    <a:pt x="1391" y="16059"/>
                    <a:pt x="1258" y="15926"/>
                  </a:cubicBezTo>
                  <a:cubicBezTo>
                    <a:pt x="1258" y="15926"/>
                    <a:pt x="1243" y="15911"/>
                    <a:pt x="1243" y="15911"/>
                  </a:cubicBezTo>
                  <a:cubicBezTo>
                    <a:pt x="1124" y="15793"/>
                    <a:pt x="977" y="15733"/>
                    <a:pt x="814" y="15719"/>
                  </a:cubicBezTo>
                  <a:lnTo>
                    <a:pt x="814" y="11372"/>
                  </a:lnTo>
                  <a:lnTo>
                    <a:pt x="8577" y="3624"/>
                  </a:lnTo>
                  <a:lnTo>
                    <a:pt x="14210" y="3624"/>
                  </a:lnTo>
                  <a:lnTo>
                    <a:pt x="16473" y="1361"/>
                  </a:lnTo>
                  <a:cubicBezTo>
                    <a:pt x="16589" y="1439"/>
                    <a:pt x="16716" y="1482"/>
                    <a:pt x="16855" y="1482"/>
                  </a:cubicBezTo>
                  <a:cubicBezTo>
                    <a:pt x="16875" y="1482"/>
                    <a:pt x="16895" y="1481"/>
                    <a:pt x="16916" y="1480"/>
                  </a:cubicBezTo>
                  <a:cubicBezTo>
                    <a:pt x="17315" y="1465"/>
                    <a:pt x="17641" y="1125"/>
                    <a:pt x="17626" y="711"/>
                  </a:cubicBezTo>
                  <a:cubicBezTo>
                    <a:pt x="17611" y="518"/>
                    <a:pt x="17537" y="356"/>
                    <a:pt x="17404" y="223"/>
                  </a:cubicBezTo>
                  <a:cubicBezTo>
                    <a:pt x="17271" y="90"/>
                    <a:pt x="17079" y="1"/>
                    <a:pt x="1688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 rot="-2700000">
              <a:off x="572580" y="3614662"/>
              <a:ext cx="835808" cy="393821"/>
            </a:xfrm>
            <a:custGeom>
              <a:avLst/>
              <a:gdLst/>
              <a:ahLst/>
              <a:cxnLst/>
              <a:rect l="l" t="t" r="r" b="b"/>
              <a:pathLst>
                <a:path w="12303" h="5797" extrusionOk="0">
                  <a:moveTo>
                    <a:pt x="11519" y="0"/>
                  </a:moveTo>
                  <a:cubicBezTo>
                    <a:pt x="11120" y="15"/>
                    <a:pt x="10795" y="355"/>
                    <a:pt x="10809" y="754"/>
                  </a:cubicBezTo>
                  <a:cubicBezTo>
                    <a:pt x="10824" y="947"/>
                    <a:pt x="10898" y="1109"/>
                    <a:pt x="11016" y="1227"/>
                  </a:cubicBezTo>
                  <a:lnTo>
                    <a:pt x="7275" y="4968"/>
                  </a:lnTo>
                  <a:lnTo>
                    <a:pt x="1494" y="4968"/>
                  </a:lnTo>
                  <a:cubicBezTo>
                    <a:pt x="1464" y="4791"/>
                    <a:pt x="1391" y="4658"/>
                    <a:pt x="1287" y="4540"/>
                  </a:cubicBezTo>
                  <a:cubicBezTo>
                    <a:pt x="1139" y="4392"/>
                    <a:pt x="947" y="4318"/>
                    <a:pt x="725" y="4318"/>
                  </a:cubicBezTo>
                  <a:cubicBezTo>
                    <a:pt x="326" y="4333"/>
                    <a:pt x="1" y="4687"/>
                    <a:pt x="15" y="5087"/>
                  </a:cubicBezTo>
                  <a:cubicBezTo>
                    <a:pt x="30" y="5491"/>
                    <a:pt x="369" y="5797"/>
                    <a:pt x="757" y="5797"/>
                  </a:cubicBezTo>
                  <a:cubicBezTo>
                    <a:pt x="766" y="5797"/>
                    <a:pt x="775" y="5797"/>
                    <a:pt x="784" y="5796"/>
                  </a:cubicBezTo>
                  <a:cubicBezTo>
                    <a:pt x="1139" y="5782"/>
                    <a:pt x="1435" y="5515"/>
                    <a:pt x="1494" y="5175"/>
                  </a:cubicBezTo>
                  <a:lnTo>
                    <a:pt x="7379" y="5175"/>
                  </a:lnTo>
                  <a:lnTo>
                    <a:pt x="11179" y="1375"/>
                  </a:lnTo>
                  <a:cubicBezTo>
                    <a:pt x="11282" y="1427"/>
                    <a:pt x="11396" y="1467"/>
                    <a:pt x="11521" y="1467"/>
                  </a:cubicBezTo>
                  <a:cubicBezTo>
                    <a:pt x="11540" y="1467"/>
                    <a:pt x="11559" y="1466"/>
                    <a:pt x="11578" y="1464"/>
                  </a:cubicBezTo>
                  <a:cubicBezTo>
                    <a:pt x="11992" y="1449"/>
                    <a:pt x="12303" y="1109"/>
                    <a:pt x="12288" y="710"/>
                  </a:cubicBezTo>
                  <a:cubicBezTo>
                    <a:pt x="12288" y="518"/>
                    <a:pt x="12214" y="340"/>
                    <a:pt x="12081" y="207"/>
                  </a:cubicBezTo>
                  <a:cubicBezTo>
                    <a:pt x="12066" y="207"/>
                    <a:pt x="12066" y="192"/>
                    <a:pt x="12051" y="192"/>
                  </a:cubicBezTo>
                  <a:cubicBezTo>
                    <a:pt x="11918" y="59"/>
                    <a:pt x="11741" y="0"/>
                    <a:pt x="1154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 rot="-2700000">
              <a:off x="460585" y="3437777"/>
              <a:ext cx="1062848" cy="946610"/>
            </a:xfrm>
            <a:custGeom>
              <a:avLst/>
              <a:gdLst/>
              <a:ahLst/>
              <a:cxnLst/>
              <a:rect l="l" t="t" r="r" b="b"/>
              <a:pathLst>
                <a:path w="15645" h="13934" extrusionOk="0">
                  <a:moveTo>
                    <a:pt x="14890" y="1"/>
                  </a:moveTo>
                  <a:cubicBezTo>
                    <a:pt x="14875" y="1"/>
                    <a:pt x="14861" y="1"/>
                    <a:pt x="14861" y="16"/>
                  </a:cubicBezTo>
                  <a:cubicBezTo>
                    <a:pt x="14447" y="30"/>
                    <a:pt x="14136" y="370"/>
                    <a:pt x="14151" y="770"/>
                  </a:cubicBezTo>
                  <a:cubicBezTo>
                    <a:pt x="14151" y="918"/>
                    <a:pt x="14210" y="1051"/>
                    <a:pt x="14284" y="1154"/>
                  </a:cubicBezTo>
                  <a:lnTo>
                    <a:pt x="10159" y="5279"/>
                  </a:lnTo>
                  <a:lnTo>
                    <a:pt x="3239" y="5279"/>
                  </a:lnTo>
                  <a:lnTo>
                    <a:pt x="666" y="7852"/>
                  </a:lnTo>
                  <a:lnTo>
                    <a:pt x="666" y="12466"/>
                  </a:lnTo>
                  <a:cubicBezTo>
                    <a:pt x="533" y="12495"/>
                    <a:pt x="400" y="12569"/>
                    <a:pt x="281" y="12673"/>
                  </a:cubicBezTo>
                  <a:cubicBezTo>
                    <a:pt x="1" y="12954"/>
                    <a:pt x="1" y="13427"/>
                    <a:pt x="281" y="13722"/>
                  </a:cubicBezTo>
                  <a:cubicBezTo>
                    <a:pt x="429" y="13863"/>
                    <a:pt x="618" y="13933"/>
                    <a:pt x="806" y="13933"/>
                  </a:cubicBezTo>
                  <a:cubicBezTo>
                    <a:pt x="995" y="13933"/>
                    <a:pt x="1183" y="13863"/>
                    <a:pt x="1331" y="13722"/>
                  </a:cubicBezTo>
                  <a:cubicBezTo>
                    <a:pt x="1612" y="13427"/>
                    <a:pt x="1612" y="12954"/>
                    <a:pt x="1331" y="12673"/>
                  </a:cubicBezTo>
                  <a:cubicBezTo>
                    <a:pt x="1213" y="12554"/>
                    <a:pt x="1050" y="12480"/>
                    <a:pt x="888" y="12466"/>
                  </a:cubicBezTo>
                  <a:lnTo>
                    <a:pt x="888" y="7941"/>
                  </a:lnTo>
                  <a:lnTo>
                    <a:pt x="3342" y="5501"/>
                  </a:lnTo>
                  <a:lnTo>
                    <a:pt x="10247" y="5501"/>
                  </a:lnTo>
                  <a:lnTo>
                    <a:pt x="14432" y="1317"/>
                  </a:lnTo>
                  <a:cubicBezTo>
                    <a:pt x="14551" y="1423"/>
                    <a:pt x="14695" y="1482"/>
                    <a:pt x="14862" y="1482"/>
                  </a:cubicBezTo>
                  <a:cubicBezTo>
                    <a:pt x="14881" y="1482"/>
                    <a:pt x="14900" y="1481"/>
                    <a:pt x="14920" y="1479"/>
                  </a:cubicBezTo>
                  <a:cubicBezTo>
                    <a:pt x="15319" y="1465"/>
                    <a:pt x="15644" y="1125"/>
                    <a:pt x="15630" y="711"/>
                  </a:cubicBezTo>
                  <a:cubicBezTo>
                    <a:pt x="15615" y="518"/>
                    <a:pt x="15541" y="356"/>
                    <a:pt x="15408" y="223"/>
                  </a:cubicBezTo>
                  <a:cubicBezTo>
                    <a:pt x="15275" y="90"/>
                    <a:pt x="15082" y="1"/>
                    <a:pt x="148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 rot="-2700000">
              <a:off x="969532" y="3939031"/>
              <a:ext cx="1083907" cy="669095"/>
            </a:xfrm>
            <a:custGeom>
              <a:avLst/>
              <a:gdLst/>
              <a:ahLst/>
              <a:cxnLst/>
              <a:rect l="l" t="t" r="r" b="b"/>
              <a:pathLst>
                <a:path w="15955" h="9849" extrusionOk="0">
                  <a:moveTo>
                    <a:pt x="15171" y="1"/>
                  </a:moveTo>
                  <a:cubicBezTo>
                    <a:pt x="14979" y="15"/>
                    <a:pt x="14786" y="89"/>
                    <a:pt x="14653" y="237"/>
                  </a:cubicBezTo>
                  <a:cubicBezTo>
                    <a:pt x="14520" y="385"/>
                    <a:pt x="14461" y="577"/>
                    <a:pt x="14461" y="769"/>
                  </a:cubicBezTo>
                  <a:cubicBezTo>
                    <a:pt x="14476" y="932"/>
                    <a:pt x="14535" y="1080"/>
                    <a:pt x="14638" y="1213"/>
                  </a:cubicBezTo>
                  <a:lnTo>
                    <a:pt x="12391" y="3446"/>
                  </a:lnTo>
                  <a:lnTo>
                    <a:pt x="6284" y="3446"/>
                  </a:lnTo>
                  <a:lnTo>
                    <a:pt x="1198" y="8532"/>
                  </a:lnTo>
                  <a:cubicBezTo>
                    <a:pt x="1065" y="8429"/>
                    <a:pt x="902" y="8370"/>
                    <a:pt x="725" y="8370"/>
                  </a:cubicBezTo>
                  <a:cubicBezTo>
                    <a:pt x="311" y="8399"/>
                    <a:pt x="0" y="8739"/>
                    <a:pt x="15" y="9138"/>
                  </a:cubicBezTo>
                  <a:cubicBezTo>
                    <a:pt x="29" y="9543"/>
                    <a:pt x="354" y="9849"/>
                    <a:pt x="755" y="9849"/>
                  </a:cubicBezTo>
                  <a:cubicBezTo>
                    <a:pt x="765" y="9849"/>
                    <a:pt x="774" y="9848"/>
                    <a:pt x="784" y="9848"/>
                  </a:cubicBezTo>
                  <a:cubicBezTo>
                    <a:pt x="1183" y="9833"/>
                    <a:pt x="1508" y="9493"/>
                    <a:pt x="1494" y="9079"/>
                  </a:cubicBezTo>
                  <a:cubicBezTo>
                    <a:pt x="1479" y="8946"/>
                    <a:pt x="1434" y="8798"/>
                    <a:pt x="1360" y="8695"/>
                  </a:cubicBezTo>
                  <a:lnTo>
                    <a:pt x="6373" y="3668"/>
                  </a:lnTo>
                  <a:lnTo>
                    <a:pt x="12494" y="3668"/>
                  </a:lnTo>
                  <a:lnTo>
                    <a:pt x="14801" y="1361"/>
                  </a:lnTo>
                  <a:cubicBezTo>
                    <a:pt x="14934" y="1435"/>
                    <a:pt x="15082" y="1479"/>
                    <a:pt x="15230" y="1479"/>
                  </a:cubicBezTo>
                  <a:cubicBezTo>
                    <a:pt x="15422" y="1464"/>
                    <a:pt x="15614" y="1390"/>
                    <a:pt x="15747" y="1243"/>
                  </a:cubicBezTo>
                  <a:cubicBezTo>
                    <a:pt x="15881" y="1095"/>
                    <a:pt x="15954" y="903"/>
                    <a:pt x="15940" y="710"/>
                  </a:cubicBezTo>
                  <a:cubicBezTo>
                    <a:pt x="15940" y="518"/>
                    <a:pt x="15851" y="355"/>
                    <a:pt x="15718" y="222"/>
                  </a:cubicBezTo>
                  <a:cubicBezTo>
                    <a:pt x="15718" y="208"/>
                    <a:pt x="15718" y="208"/>
                    <a:pt x="15703" y="193"/>
                  </a:cubicBezTo>
                  <a:cubicBezTo>
                    <a:pt x="15570" y="74"/>
                    <a:pt x="15393" y="1"/>
                    <a:pt x="1520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 rot="-2700000">
              <a:off x="843231" y="4221124"/>
              <a:ext cx="437979" cy="438047"/>
            </a:xfrm>
            <a:custGeom>
              <a:avLst/>
              <a:gdLst/>
              <a:ahLst/>
              <a:cxnLst/>
              <a:rect l="l" t="t" r="r" b="b"/>
              <a:pathLst>
                <a:path w="6447" h="6448" extrusionOk="0">
                  <a:moveTo>
                    <a:pt x="5663" y="1"/>
                  </a:moveTo>
                  <a:cubicBezTo>
                    <a:pt x="5471" y="15"/>
                    <a:pt x="5294" y="89"/>
                    <a:pt x="5160" y="237"/>
                  </a:cubicBezTo>
                  <a:cubicBezTo>
                    <a:pt x="5027" y="385"/>
                    <a:pt x="4953" y="577"/>
                    <a:pt x="4953" y="769"/>
                  </a:cubicBezTo>
                  <a:cubicBezTo>
                    <a:pt x="4968" y="932"/>
                    <a:pt x="5027" y="1095"/>
                    <a:pt x="5131" y="1213"/>
                  </a:cubicBezTo>
                  <a:lnTo>
                    <a:pt x="1242" y="5117"/>
                  </a:lnTo>
                  <a:cubicBezTo>
                    <a:pt x="1108" y="5023"/>
                    <a:pt x="953" y="4974"/>
                    <a:pt x="800" y="4974"/>
                  </a:cubicBezTo>
                  <a:cubicBezTo>
                    <a:pt x="615" y="4974"/>
                    <a:pt x="433" y="5045"/>
                    <a:pt x="296" y="5190"/>
                  </a:cubicBezTo>
                  <a:cubicBezTo>
                    <a:pt x="0" y="5471"/>
                    <a:pt x="0" y="5945"/>
                    <a:pt x="296" y="6225"/>
                  </a:cubicBezTo>
                  <a:cubicBezTo>
                    <a:pt x="436" y="6373"/>
                    <a:pt x="625" y="6447"/>
                    <a:pt x="813" y="6447"/>
                  </a:cubicBezTo>
                  <a:cubicBezTo>
                    <a:pt x="1002" y="6447"/>
                    <a:pt x="1190" y="6373"/>
                    <a:pt x="1331" y="6225"/>
                  </a:cubicBezTo>
                  <a:cubicBezTo>
                    <a:pt x="1597" y="5974"/>
                    <a:pt x="1612" y="5560"/>
                    <a:pt x="1405" y="5264"/>
                  </a:cubicBezTo>
                  <a:lnTo>
                    <a:pt x="5294" y="1361"/>
                  </a:lnTo>
                  <a:cubicBezTo>
                    <a:pt x="5427" y="1450"/>
                    <a:pt x="5574" y="1479"/>
                    <a:pt x="5722" y="1479"/>
                  </a:cubicBezTo>
                  <a:cubicBezTo>
                    <a:pt x="5929" y="1479"/>
                    <a:pt x="6107" y="1390"/>
                    <a:pt x="6240" y="1243"/>
                  </a:cubicBezTo>
                  <a:cubicBezTo>
                    <a:pt x="6373" y="1095"/>
                    <a:pt x="6447" y="902"/>
                    <a:pt x="6432" y="710"/>
                  </a:cubicBezTo>
                  <a:cubicBezTo>
                    <a:pt x="6432" y="518"/>
                    <a:pt x="6358" y="355"/>
                    <a:pt x="6225" y="222"/>
                  </a:cubicBezTo>
                  <a:cubicBezTo>
                    <a:pt x="6210" y="208"/>
                    <a:pt x="6210" y="208"/>
                    <a:pt x="6195" y="193"/>
                  </a:cubicBezTo>
                  <a:cubicBezTo>
                    <a:pt x="6062" y="74"/>
                    <a:pt x="5885" y="1"/>
                    <a:pt x="569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1" name="Google Shape;571;p38"/>
          <p:cNvGrpSpPr/>
          <p:nvPr/>
        </p:nvGrpSpPr>
        <p:grpSpPr>
          <a:xfrm>
            <a:off x="6156527" y="-1717647"/>
            <a:ext cx="4217737" cy="3578252"/>
            <a:chOff x="6156527" y="-1717647"/>
            <a:chExt cx="4217737" cy="3578252"/>
          </a:xfrm>
        </p:grpSpPr>
        <p:grpSp>
          <p:nvGrpSpPr>
            <p:cNvPr id="572" name="Google Shape;572;p38"/>
            <p:cNvGrpSpPr/>
            <p:nvPr/>
          </p:nvGrpSpPr>
          <p:grpSpPr>
            <a:xfrm>
              <a:off x="6156527" y="-1491948"/>
              <a:ext cx="2962868" cy="3196195"/>
              <a:chOff x="6156527" y="-1491948"/>
              <a:chExt cx="2962868" cy="3196195"/>
            </a:xfrm>
          </p:grpSpPr>
          <p:sp>
            <p:nvSpPr>
              <p:cNvPr id="573" name="Google Shape;573;p38"/>
              <p:cNvSpPr/>
              <p:nvPr/>
            </p:nvSpPr>
            <p:spPr>
              <a:xfrm rot="-2700000">
                <a:off x="6587709" y="-957158"/>
                <a:ext cx="2233987" cy="1767370"/>
              </a:xfrm>
              <a:custGeom>
                <a:avLst/>
                <a:gdLst/>
                <a:ahLst/>
                <a:cxnLst/>
                <a:rect l="l" t="t" r="r" b="b"/>
                <a:pathLst>
                  <a:path w="36745" h="29070" extrusionOk="0">
                    <a:moveTo>
                      <a:pt x="35414" y="207"/>
                    </a:moveTo>
                    <a:cubicBezTo>
                      <a:pt x="35148" y="488"/>
                      <a:pt x="35133" y="917"/>
                      <a:pt x="35384" y="1213"/>
                    </a:cubicBezTo>
                    <a:lnTo>
                      <a:pt x="35384" y="1213"/>
                    </a:lnTo>
                    <a:lnTo>
                      <a:pt x="28937" y="7645"/>
                    </a:lnTo>
                    <a:lnTo>
                      <a:pt x="23540" y="7645"/>
                    </a:lnTo>
                    <a:lnTo>
                      <a:pt x="15630" y="15555"/>
                    </a:lnTo>
                    <a:lnTo>
                      <a:pt x="15630" y="21174"/>
                    </a:lnTo>
                    <a:lnTo>
                      <a:pt x="10750" y="26054"/>
                    </a:lnTo>
                    <a:lnTo>
                      <a:pt x="2869" y="26054"/>
                    </a:lnTo>
                    <a:lnTo>
                      <a:pt x="2825" y="26054"/>
                    </a:lnTo>
                    <a:lnTo>
                      <a:pt x="1169" y="27710"/>
                    </a:lnTo>
                    <a:cubicBezTo>
                      <a:pt x="1051" y="27621"/>
                      <a:pt x="888" y="27577"/>
                      <a:pt x="725" y="27577"/>
                    </a:cubicBezTo>
                    <a:lnTo>
                      <a:pt x="725" y="27577"/>
                    </a:lnTo>
                    <a:cubicBezTo>
                      <a:pt x="326" y="27606"/>
                      <a:pt x="1" y="27946"/>
                      <a:pt x="16" y="28345"/>
                    </a:cubicBezTo>
                    <a:lnTo>
                      <a:pt x="16" y="28345"/>
                    </a:lnTo>
                    <a:cubicBezTo>
                      <a:pt x="30" y="28538"/>
                      <a:pt x="104" y="28715"/>
                      <a:pt x="237" y="28848"/>
                    </a:cubicBezTo>
                    <a:lnTo>
                      <a:pt x="237" y="28848"/>
                    </a:lnTo>
                    <a:cubicBezTo>
                      <a:pt x="370" y="28981"/>
                      <a:pt x="577" y="29070"/>
                      <a:pt x="784" y="29055"/>
                    </a:cubicBezTo>
                    <a:lnTo>
                      <a:pt x="784" y="29055"/>
                    </a:lnTo>
                    <a:lnTo>
                      <a:pt x="784" y="29055"/>
                    </a:lnTo>
                    <a:cubicBezTo>
                      <a:pt x="1198" y="29040"/>
                      <a:pt x="1509" y="28700"/>
                      <a:pt x="1494" y="28286"/>
                    </a:cubicBezTo>
                    <a:lnTo>
                      <a:pt x="1494" y="28286"/>
                    </a:lnTo>
                    <a:cubicBezTo>
                      <a:pt x="1494" y="28124"/>
                      <a:pt x="1435" y="27976"/>
                      <a:pt x="1331" y="27857"/>
                    </a:cubicBezTo>
                    <a:lnTo>
                      <a:pt x="1331" y="27857"/>
                    </a:lnTo>
                    <a:lnTo>
                      <a:pt x="2914" y="26275"/>
                    </a:lnTo>
                    <a:lnTo>
                      <a:pt x="10795" y="26275"/>
                    </a:lnTo>
                    <a:lnTo>
                      <a:pt x="10839" y="26275"/>
                    </a:lnTo>
                    <a:lnTo>
                      <a:pt x="15852" y="21263"/>
                    </a:lnTo>
                    <a:lnTo>
                      <a:pt x="15852" y="15644"/>
                    </a:lnTo>
                    <a:lnTo>
                      <a:pt x="23629" y="7866"/>
                    </a:lnTo>
                    <a:lnTo>
                      <a:pt x="29026" y="7866"/>
                    </a:lnTo>
                    <a:lnTo>
                      <a:pt x="35547" y="1361"/>
                    </a:lnTo>
                    <a:cubicBezTo>
                      <a:pt x="35828" y="1538"/>
                      <a:pt x="36212" y="1508"/>
                      <a:pt x="36463" y="1257"/>
                    </a:cubicBezTo>
                    <a:lnTo>
                      <a:pt x="36463" y="1257"/>
                    </a:lnTo>
                    <a:cubicBezTo>
                      <a:pt x="36744" y="961"/>
                      <a:pt x="36744" y="503"/>
                      <a:pt x="36463" y="207"/>
                    </a:cubicBezTo>
                    <a:lnTo>
                      <a:pt x="36463" y="207"/>
                    </a:lnTo>
                    <a:cubicBezTo>
                      <a:pt x="36316" y="59"/>
                      <a:pt x="36123" y="0"/>
                      <a:pt x="35931" y="0"/>
                    </a:cubicBezTo>
                    <a:lnTo>
                      <a:pt x="35931" y="0"/>
                    </a:lnTo>
                    <a:cubicBezTo>
                      <a:pt x="35754" y="0"/>
                      <a:pt x="35562" y="59"/>
                      <a:pt x="35414" y="207"/>
                    </a:cubicBezTo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8"/>
              <p:cNvSpPr/>
              <p:nvPr/>
            </p:nvSpPr>
            <p:spPr>
              <a:xfrm rot="-2700000">
                <a:off x="7453879" y="348120"/>
                <a:ext cx="1072521" cy="1044736"/>
              </a:xfrm>
              <a:custGeom>
                <a:avLst/>
                <a:gdLst/>
                <a:ahLst/>
                <a:cxnLst/>
                <a:rect l="l" t="t" r="r" b="b"/>
                <a:pathLst>
                  <a:path w="17641" h="17184" extrusionOk="0">
                    <a:moveTo>
                      <a:pt x="16857" y="1"/>
                    </a:moveTo>
                    <a:cubicBezTo>
                      <a:pt x="16664" y="15"/>
                      <a:pt x="16487" y="104"/>
                      <a:pt x="16354" y="237"/>
                    </a:cubicBezTo>
                    <a:cubicBezTo>
                      <a:pt x="16221" y="385"/>
                      <a:pt x="16147" y="577"/>
                      <a:pt x="16147" y="769"/>
                    </a:cubicBezTo>
                    <a:cubicBezTo>
                      <a:pt x="16162" y="962"/>
                      <a:pt x="16236" y="1139"/>
                      <a:pt x="16369" y="1272"/>
                    </a:cubicBezTo>
                    <a:cubicBezTo>
                      <a:pt x="16369" y="1272"/>
                      <a:pt x="16383" y="1287"/>
                      <a:pt x="16383" y="1287"/>
                    </a:cubicBezTo>
                    <a:cubicBezTo>
                      <a:pt x="16502" y="1390"/>
                      <a:pt x="16650" y="1464"/>
                      <a:pt x="16812" y="1479"/>
                    </a:cubicBezTo>
                    <a:lnTo>
                      <a:pt x="16812" y="5826"/>
                    </a:lnTo>
                    <a:lnTo>
                      <a:pt x="9064" y="13574"/>
                    </a:lnTo>
                    <a:lnTo>
                      <a:pt x="3416" y="13574"/>
                    </a:lnTo>
                    <a:lnTo>
                      <a:pt x="1154" y="15837"/>
                    </a:lnTo>
                    <a:cubicBezTo>
                      <a:pt x="1050" y="15759"/>
                      <a:pt x="925" y="15715"/>
                      <a:pt x="786" y="15715"/>
                    </a:cubicBezTo>
                    <a:cubicBezTo>
                      <a:pt x="766" y="15715"/>
                      <a:pt x="746" y="15716"/>
                      <a:pt x="725" y="15718"/>
                    </a:cubicBezTo>
                    <a:cubicBezTo>
                      <a:pt x="311" y="15733"/>
                      <a:pt x="0" y="16073"/>
                      <a:pt x="15" y="16472"/>
                    </a:cubicBezTo>
                    <a:cubicBezTo>
                      <a:pt x="15" y="16665"/>
                      <a:pt x="104" y="16842"/>
                      <a:pt x="222" y="16975"/>
                    </a:cubicBezTo>
                    <a:cubicBezTo>
                      <a:pt x="359" y="17098"/>
                      <a:pt x="534" y="17184"/>
                      <a:pt x="736" y="17184"/>
                    </a:cubicBezTo>
                    <a:cubicBezTo>
                      <a:pt x="752" y="17184"/>
                      <a:pt x="768" y="17183"/>
                      <a:pt x="784" y="17182"/>
                    </a:cubicBezTo>
                    <a:cubicBezTo>
                      <a:pt x="1183" y="17167"/>
                      <a:pt x="1509" y="16827"/>
                      <a:pt x="1494" y="16428"/>
                    </a:cubicBezTo>
                    <a:cubicBezTo>
                      <a:pt x="1479" y="16251"/>
                      <a:pt x="1420" y="16103"/>
                      <a:pt x="1316" y="15984"/>
                    </a:cubicBezTo>
                    <a:lnTo>
                      <a:pt x="3505" y="13796"/>
                    </a:lnTo>
                    <a:lnTo>
                      <a:pt x="9153" y="13796"/>
                    </a:lnTo>
                    <a:lnTo>
                      <a:pt x="17034" y="5915"/>
                    </a:lnTo>
                    <a:lnTo>
                      <a:pt x="17034" y="1464"/>
                    </a:lnTo>
                    <a:cubicBezTo>
                      <a:pt x="17182" y="1435"/>
                      <a:pt x="17330" y="1361"/>
                      <a:pt x="17433" y="1243"/>
                    </a:cubicBezTo>
                    <a:cubicBezTo>
                      <a:pt x="17566" y="1095"/>
                      <a:pt x="17640" y="917"/>
                      <a:pt x="17626" y="710"/>
                    </a:cubicBezTo>
                    <a:cubicBezTo>
                      <a:pt x="17626" y="518"/>
                      <a:pt x="17537" y="341"/>
                      <a:pt x="17389" y="208"/>
                    </a:cubicBezTo>
                    <a:cubicBezTo>
                      <a:pt x="17256" y="74"/>
                      <a:pt x="17078" y="1"/>
                      <a:pt x="1688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8"/>
              <p:cNvSpPr/>
              <p:nvPr/>
            </p:nvSpPr>
            <p:spPr>
              <a:xfrm rot="-2700000">
                <a:off x="8020733" y="1138864"/>
                <a:ext cx="747986" cy="352562"/>
              </a:xfrm>
              <a:custGeom>
                <a:avLst/>
                <a:gdLst/>
                <a:ahLst/>
                <a:cxnLst/>
                <a:rect l="l" t="t" r="r" b="b"/>
                <a:pathLst>
                  <a:path w="12303" h="5799" extrusionOk="0">
                    <a:moveTo>
                      <a:pt x="11519" y="0"/>
                    </a:moveTo>
                    <a:cubicBezTo>
                      <a:pt x="11164" y="15"/>
                      <a:pt x="10883" y="267"/>
                      <a:pt x="10824" y="607"/>
                    </a:cubicBezTo>
                    <a:lnTo>
                      <a:pt x="4939" y="607"/>
                    </a:lnTo>
                    <a:lnTo>
                      <a:pt x="1124" y="4421"/>
                    </a:lnTo>
                    <a:cubicBezTo>
                      <a:pt x="1006" y="4362"/>
                      <a:pt x="873" y="4318"/>
                      <a:pt x="725" y="4318"/>
                    </a:cubicBezTo>
                    <a:cubicBezTo>
                      <a:pt x="326" y="4333"/>
                      <a:pt x="1" y="4688"/>
                      <a:pt x="15" y="5087"/>
                    </a:cubicBezTo>
                    <a:cubicBezTo>
                      <a:pt x="30" y="5279"/>
                      <a:pt x="104" y="5457"/>
                      <a:pt x="237" y="5590"/>
                    </a:cubicBezTo>
                    <a:cubicBezTo>
                      <a:pt x="237" y="5590"/>
                      <a:pt x="252" y="5604"/>
                      <a:pt x="252" y="5604"/>
                    </a:cubicBezTo>
                    <a:cubicBezTo>
                      <a:pt x="387" y="5726"/>
                      <a:pt x="560" y="5798"/>
                      <a:pt x="735" y="5798"/>
                    </a:cubicBezTo>
                    <a:cubicBezTo>
                      <a:pt x="752" y="5798"/>
                      <a:pt x="768" y="5798"/>
                      <a:pt x="784" y="5797"/>
                    </a:cubicBezTo>
                    <a:cubicBezTo>
                      <a:pt x="1198" y="5782"/>
                      <a:pt x="1509" y="5442"/>
                      <a:pt x="1494" y="5028"/>
                    </a:cubicBezTo>
                    <a:cubicBezTo>
                      <a:pt x="1494" y="4850"/>
                      <a:pt x="1405" y="4688"/>
                      <a:pt x="1302" y="4569"/>
                    </a:cubicBezTo>
                    <a:lnTo>
                      <a:pt x="5028" y="828"/>
                    </a:lnTo>
                    <a:lnTo>
                      <a:pt x="10824" y="828"/>
                    </a:lnTo>
                    <a:cubicBezTo>
                      <a:pt x="10839" y="991"/>
                      <a:pt x="10913" y="1139"/>
                      <a:pt x="11031" y="1257"/>
                    </a:cubicBezTo>
                    <a:cubicBezTo>
                      <a:pt x="11154" y="1381"/>
                      <a:pt x="11341" y="1466"/>
                      <a:pt x="11533" y="1466"/>
                    </a:cubicBezTo>
                    <a:cubicBezTo>
                      <a:pt x="11548" y="1466"/>
                      <a:pt x="11563" y="1465"/>
                      <a:pt x="11578" y="1464"/>
                    </a:cubicBezTo>
                    <a:cubicBezTo>
                      <a:pt x="11977" y="1449"/>
                      <a:pt x="12303" y="1109"/>
                      <a:pt x="12288" y="710"/>
                    </a:cubicBezTo>
                    <a:cubicBezTo>
                      <a:pt x="12273" y="311"/>
                      <a:pt x="11948" y="0"/>
                      <a:pt x="1154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 rot="-2700000">
                <a:off x="7444186" y="601893"/>
                <a:ext cx="969166" cy="598790"/>
              </a:xfrm>
              <a:custGeom>
                <a:avLst/>
                <a:gdLst/>
                <a:ahLst/>
                <a:cxnLst/>
                <a:rect l="l" t="t" r="r" b="b"/>
                <a:pathLst>
                  <a:path w="15941" h="9849" extrusionOk="0">
                    <a:moveTo>
                      <a:pt x="15156" y="1"/>
                    </a:moveTo>
                    <a:cubicBezTo>
                      <a:pt x="14757" y="15"/>
                      <a:pt x="14432" y="356"/>
                      <a:pt x="14447" y="755"/>
                    </a:cubicBezTo>
                    <a:cubicBezTo>
                      <a:pt x="14461" y="903"/>
                      <a:pt x="14506" y="1036"/>
                      <a:pt x="14595" y="1154"/>
                    </a:cubicBezTo>
                    <a:lnTo>
                      <a:pt x="9567" y="6166"/>
                    </a:lnTo>
                    <a:lnTo>
                      <a:pt x="3461" y="6166"/>
                    </a:lnTo>
                    <a:lnTo>
                      <a:pt x="1139" y="8488"/>
                    </a:lnTo>
                    <a:cubicBezTo>
                      <a:pt x="1036" y="8410"/>
                      <a:pt x="910" y="8367"/>
                      <a:pt x="772" y="8367"/>
                    </a:cubicBezTo>
                    <a:cubicBezTo>
                      <a:pt x="751" y="8367"/>
                      <a:pt x="731" y="8368"/>
                      <a:pt x="710" y="8370"/>
                    </a:cubicBezTo>
                    <a:cubicBezTo>
                      <a:pt x="518" y="8370"/>
                      <a:pt x="341" y="8458"/>
                      <a:pt x="208" y="8606"/>
                    </a:cubicBezTo>
                    <a:cubicBezTo>
                      <a:pt x="60" y="8754"/>
                      <a:pt x="1" y="8932"/>
                      <a:pt x="1" y="9139"/>
                    </a:cubicBezTo>
                    <a:cubicBezTo>
                      <a:pt x="15" y="9316"/>
                      <a:pt x="89" y="9493"/>
                      <a:pt x="222" y="9626"/>
                    </a:cubicBezTo>
                    <a:cubicBezTo>
                      <a:pt x="222" y="9641"/>
                      <a:pt x="237" y="9641"/>
                      <a:pt x="237" y="9641"/>
                    </a:cubicBezTo>
                    <a:cubicBezTo>
                      <a:pt x="385" y="9789"/>
                      <a:pt x="577" y="9848"/>
                      <a:pt x="769" y="9848"/>
                    </a:cubicBezTo>
                    <a:cubicBezTo>
                      <a:pt x="962" y="9833"/>
                      <a:pt x="1154" y="9760"/>
                      <a:pt x="1287" y="9612"/>
                    </a:cubicBezTo>
                    <a:cubicBezTo>
                      <a:pt x="1420" y="9464"/>
                      <a:pt x="1494" y="9272"/>
                      <a:pt x="1479" y="9079"/>
                    </a:cubicBezTo>
                    <a:cubicBezTo>
                      <a:pt x="1479" y="8917"/>
                      <a:pt x="1405" y="8754"/>
                      <a:pt x="1302" y="8636"/>
                    </a:cubicBezTo>
                    <a:lnTo>
                      <a:pt x="3549" y="6388"/>
                    </a:lnTo>
                    <a:lnTo>
                      <a:pt x="9656" y="6388"/>
                    </a:lnTo>
                    <a:lnTo>
                      <a:pt x="14742" y="1317"/>
                    </a:lnTo>
                    <a:cubicBezTo>
                      <a:pt x="14862" y="1410"/>
                      <a:pt x="15017" y="1467"/>
                      <a:pt x="15165" y="1467"/>
                    </a:cubicBezTo>
                    <a:cubicBezTo>
                      <a:pt x="15182" y="1467"/>
                      <a:pt x="15199" y="1466"/>
                      <a:pt x="15216" y="1464"/>
                    </a:cubicBezTo>
                    <a:cubicBezTo>
                      <a:pt x="15630" y="1450"/>
                      <a:pt x="15940" y="1110"/>
                      <a:pt x="15925" y="710"/>
                    </a:cubicBezTo>
                    <a:cubicBezTo>
                      <a:pt x="15911" y="311"/>
                      <a:pt x="15585" y="1"/>
                      <a:pt x="1518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 rot="-2700000">
                <a:off x="6490401" y="-1019639"/>
                <a:ext cx="2084731" cy="1807861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29736" extrusionOk="0">
                    <a:moveTo>
                      <a:pt x="33477" y="0"/>
                    </a:moveTo>
                    <a:cubicBezTo>
                      <a:pt x="33285" y="0"/>
                      <a:pt x="33107" y="59"/>
                      <a:pt x="32959" y="207"/>
                    </a:cubicBezTo>
                    <a:cubicBezTo>
                      <a:pt x="32708" y="458"/>
                      <a:pt x="32678" y="843"/>
                      <a:pt x="32856" y="1124"/>
                    </a:cubicBezTo>
                    <a:lnTo>
                      <a:pt x="28908" y="5072"/>
                    </a:lnTo>
                    <a:lnTo>
                      <a:pt x="24073" y="5072"/>
                    </a:lnTo>
                    <a:lnTo>
                      <a:pt x="21160" y="7999"/>
                    </a:lnTo>
                    <a:lnTo>
                      <a:pt x="21160" y="10779"/>
                    </a:lnTo>
                    <a:lnTo>
                      <a:pt x="18277" y="13722"/>
                    </a:lnTo>
                    <a:lnTo>
                      <a:pt x="13471" y="18542"/>
                    </a:lnTo>
                    <a:lnTo>
                      <a:pt x="13471" y="23865"/>
                    </a:lnTo>
                    <a:lnTo>
                      <a:pt x="11046" y="26290"/>
                    </a:lnTo>
                    <a:lnTo>
                      <a:pt x="3298" y="26290"/>
                    </a:lnTo>
                    <a:lnTo>
                      <a:pt x="1184" y="28404"/>
                    </a:lnTo>
                    <a:cubicBezTo>
                      <a:pt x="1064" y="28311"/>
                      <a:pt x="921" y="28254"/>
                      <a:pt x="775" y="28254"/>
                    </a:cubicBezTo>
                    <a:cubicBezTo>
                      <a:pt x="759" y="28254"/>
                      <a:pt x="742" y="28255"/>
                      <a:pt x="725" y="28257"/>
                    </a:cubicBezTo>
                    <a:cubicBezTo>
                      <a:pt x="518" y="28257"/>
                      <a:pt x="341" y="28345"/>
                      <a:pt x="208" y="28493"/>
                    </a:cubicBezTo>
                    <a:cubicBezTo>
                      <a:pt x="75" y="28641"/>
                      <a:pt x="1" y="28818"/>
                      <a:pt x="16" y="29025"/>
                    </a:cubicBezTo>
                    <a:cubicBezTo>
                      <a:pt x="16" y="29203"/>
                      <a:pt x="90" y="29380"/>
                      <a:pt x="223" y="29513"/>
                    </a:cubicBezTo>
                    <a:cubicBezTo>
                      <a:pt x="237" y="29513"/>
                      <a:pt x="237" y="29528"/>
                      <a:pt x="252" y="29528"/>
                    </a:cubicBezTo>
                    <a:cubicBezTo>
                      <a:pt x="385" y="29661"/>
                      <a:pt x="577" y="29735"/>
                      <a:pt x="770" y="29735"/>
                    </a:cubicBezTo>
                    <a:cubicBezTo>
                      <a:pt x="977" y="29720"/>
                      <a:pt x="1154" y="29632"/>
                      <a:pt x="1287" y="29499"/>
                    </a:cubicBezTo>
                    <a:cubicBezTo>
                      <a:pt x="1420" y="29351"/>
                      <a:pt x="1494" y="29158"/>
                      <a:pt x="1479" y="28966"/>
                    </a:cubicBezTo>
                    <a:cubicBezTo>
                      <a:pt x="1479" y="28818"/>
                      <a:pt x="1435" y="28671"/>
                      <a:pt x="1346" y="28552"/>
                    </a:cubicBezTo>
                    <a:lnTo>
                      <a:pt x="3387" y="26512"/>
                    </a:lnTo>
                    <a:lnTo>
                      <a:pt x="11135" y="26512"/>
                    </a:lnTo>
                    <a:lnTo>
                      <a:pt x="13678" y="23954"/>
                    </a:lnTo>
                    <a:lnTo>
                      <a:pt x="13678" y="18631"/>
                    </a:lnTo>
                    <a:lnTo>
                      <a:pt x="18424" y="13884"/>
                    </a:lnTo>
                    <a:lnTo>
                      <a:pt x="21352" y="10912"/>
                    </a:lnTo>
                    <a:lnTo>
                      <a:pt x="21382" y="10883"/>
                    </a:lnTo>
                    <a:lnTo>
                      <a:pt x="21382" y="8088"/>
                    </a:lnTo>
                    <a:lnTo>
                      <a:pt x="24161" y="5294"/>
                    </a:lnTo>
                    <a:lnTo>
                      <a:pt x="28997" y="5294"/>
                    </a:lnTo>
                    <a:lnTo>
                      <a:pt x="33004" y="1301"/>
                    </a:lnTo>
                    <a:cubicBezTo>
                      <a:pt x="33143" y="1413"/>
                      <a:pt x="33311" y="1468"/>
                      <a:pt x="33479" y="1468"/>
                    </a:cubicBezTo>
                    <a:cubicBezTo>
                      <a:pt x="33667" y="1468"/>
                      <a:pt x="33853" y="1398"/>
                      <a:pt x="33994" y="1257"/>
                    </a:cubicBezTo>
                    <a:cubicBezTo>
                      <a:pt x="34290" y="961"/>
                      <a:pt x="34290" y="503"/>
                      <a:pt x="33994" y="207"/>
                    </a:cubicBezTo>
                    <a:cubicBezTo>
                      <a:pt x="33861" y="59"/>
                      <a:pt x="33669" y="0"/>
                      <a:pt x="3347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8" name="Google Shape;578;p38"/>
            <p:cNvSpPr/>
            <p:nvPr/>
          </p:nvSpPr>
          <p:spPr>
            <a:xfrm rot="-2700000">
              <a:off x="7918312" y="802488"/>
              <a:ext cx="950258" cy="846052"/>
            </a:xfrm>
            <a:custGeom>
              <a:avLst/>
              <a:gdLst/>
              <a:ahLst/>
              <a:cxnLst/>
              <a:rect l="l" t="t" r="r" b="b"/>
              <a:pathLst>
                <a:path w="15630" h="13916" extrusionOk="0">
                  <a:moveTo>
                    <a:pt x="14831" y="0"/>
                  </a:moveTo>
                  <a:cubicBezTo>
                    <a:pt x="14639" y="0"/>
                    <a:pt x="14447" y="60"/>
                    <a:pt x="14299" y="207"/>
                  </a:cubicBezTo>
                  <a:cubicBezTo>
                    <a:pt x="14018" y="503"/>
                    <a:pt x="14018" y="961"/>
                    <a:pt x="14299" y="1257"/>
                  </a:cubicBezTo>
                  <a:cubicBezTo>
                    <a:pt x="14432" y="1376"/>
                    <a:pt x="14580" y="1449"/>
                    <a:pt x="14743" y="1464"/>
                  </a:cubicBezTo>
                  <a:lnTo>
                    <a:pt x="14743" y="5974"/>
                  </a:lnTo>
                  <a:lnTo>
                    <a:pt x="12303" y="8429"/>
                  </a:lnTo>
                  <a:lnTo>
                    <a:pt x="5383" y="8429"/>
                  </a:lnTo>
                  <a:lnTo>
                    <a:pt x="1198" y="12598"/>
                  </a:lnTo>
                  <a:cubicBezTo>
                    <a:pt x="1065" y="12495"/>
                    <a:pt x="903" y="12436"/>
                    <a:pt x="725" y="12436"/>
                  </a:cubicBezTo>
                  <a:cubicBezTo>
                    <a:pt x="311" y="12465"/>
                    <a:pt x="1" y="12805"/>
                    <a:pt x="15" y="13204"/>
                  </a:cubicBezTo>
                  <a:cubicBezTo>
                    <a:pt x="15" y="13397"/>
                    <a:pt x="104" y="13574"/>
                    <a:pt x="222" y="13707"/>
                  </a:cubicBezTo>
                  <a:cubicBezTo>
                    <a:pt x="360" y="13831"/>
                    <a:pt x="535" y="13916"/>
                    <a:pt x="725" y="13916"/>
                  </a:cubicBezTo>
                  <a:cubicBezTo>
                    <a:pt x="739" y="13916"/>
                    <a:pt x="754" y="13915"/>
                    <a:pt x="770" y="13914"/>
                  </a:cubicBezTo>
                  <a:cubicBezTo>
                    <a:pt x="1184" y="13899"/>
                    <a:pt x="1509" y="13559"/>
                    <a:pt x="1479" y="13145"/>
                  </a:cubicBezTo>
                  <a:cubicBezTo>
                    <a:pt x="1479" y="13012"/>
                    <a:pt x="1435" y="12879"/>
                    <a:pt x="1361" y="12761"/>
                  </a:cubicBezTo>
                  <a:lnTo>
                    <a:pt x="5472" y="8650"/>
                  </a:lnTo>
                  <a:lnTo>
                    <a:pt x="12392" y="8650"/>
                  </a:lnTo>
                  <a:lnTo>
                    <a:pt x="14964" y="6063"/>
                  </a:lnTo>
                  <a:lnTo>
                    <a:pt x="14964" y="1464"/>
                  </a:lnTo>
                  <a:cubicBezTo>
                    <a:pt x="15112" y="1435"/>
                    <a:pt x="15245" y="1361"/>
                    <a:pt x="15349" y="1257"/>
                  </a:cubicBezTo>
                  <a:cubicBezTo>
                    <a:pt x="15630" y="961"/>
                    <a:pt x="15630" y="503"/>
                    <a:pt x="15349" y="207"/>
                  </a:cubicBezTo>
                  <a:cubicBezTo>
                    <a:pt x="15201" y="60"/>
                    <a:pt x="15009" y="0"/>
                    <a:pt x="1483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 rot="-2700000">
              <a:off x="7318115" y="-1162962"/>
              <a:ext cx="2574694" cy="2428234"/>
            </a:xfrm>
            <a:custGeom>
              <a:avLst/>
              <a:gdLst/>
              <a:ahLst/>
              <a:cxnLst/>
              <a:rect l="l" t="t" r="r" b="b"/>
              <a:pathLst>
                <a:path w="42349" h="39940" extrusionOk="0">
                  <a:moveTo>
                    <a:pt x="35118" y="0"/>
                  </a:moveTo>
                  <a:cubicBezTo>
                    <a:pt x="34926" y="0"/>
                    <a:pt x="34748" y="74"/>
                    <a:pt x="34600" y="222"/>
                  </a:cubicBezTo>
                  <a:cubicBezTo>
                    <a:pt x="34305" y="518"/>
                    <a:pt x="34305" y="976"/>
                    <a:pt x="34600" y="1272"/>
                  </a:cubicBezTo>
                  <a:cubicBezTo>
                    <a:pt x="34748" y="1420"/>
                    <a:pt x="34941" y="1479"/>
                    <a:pt x="35133" y="1479"/>
                  </a:cubicBezTo>
                  <a:lnTo>
                    <a:pt x="35133" y="7586"/>
                  </a:lnTo>
                  <a:lnTo>
                    <a:pt x="33994" y="8724"/>
                  </a:lnTo>
                  <a:lnTo>
                    <a:pt x="33994" y="8902"/>
                  </a:lnTo>
                  <a:lnTo>
                    <a:pt x="26601" y="16310"/>
                  </a:lnTo>
                  <a:lnTo>
                    <a:pt x="21544" y="16310"/>
                  </a:lnTo>
                  <a:lnTo>
                    <a:pt x="17419" y="20435"/>
                  </a:lnTo>
                  <a:lnTo>
                    <a:pt x="17419" y="31318"/>
                  </a:lnTo>
                  <a:lnTo>
                    <a:pt x="12953" y="35783"/>
                  </a:lnTo>
                  <a:lnTo>
                    <a:pt x="4037" y="35783"/>
                  </a:lnTo>
                  <a:lnTo>
                    <a:pt x="1198" y="38622"/>
                  </a:lnTo>
                  <a:cubicBezTo>
                    <a:pt x="1065" y="38518"/>
                    <a:pt x="888" y="38459"/>
                    <a:pt x="725" y="38459"/>
                  </a:cubicBezTo>
                  <a:cubicBezTo>
                    <a:pt x="518" y="38474"/>
                    <a:pt x="341" y="38563"/>
                    <a:pt x="208" y="38696"/>
                  </a:cubicBezTo>
                  <a:cubicBezTo>
                    <a:pt x="75" y="38844"/>
                    <a:pt x="1" y="39036"/>
                    <a:pt x="16" y="39228"/>
                  </a:cubicBezTo>
                  <a:cubicBezTo>
                    <a:pt x="16" y="39420"/>
                    <a:pt x="89" y="39598"/>
                    <a:pt x="223" y="39731"/>
                  </a:cubicBezTo>
                  <a:cubicBezTo>
                    <a:pt x="237" y="39731"/>
                    <a:pt x="237" y="39746"/>
                    <a:pt x="252" y="39746"/>
                  </a:cubicBezTo>
                  <a:cubicBezTo>
                    <a:pt x="387" y="39868"/>
                    <a:pt x="548" y="39940"/>
                    <a:pt x="733" y="39940"/>
                  </a:cubicBezTo>
                  <a:cubicBezTo>
                    <a:pt x="750" y="39940"/>
                    <a:pt x="767" y="39939"/>
                    <a:pt x="784" y="39938"/>
                  </a:cubicBezTo>
                  <a:cubicBezTo>
                    <a:pt x="977" y="39938"/>
                    <a:pt x="1154" y="39849"/>
                    <a:pt x="1287" y="39701"/>
                  </a:cubicBezTo>
                  <a:cubicBezTo>
                    <a:pt x="1420" y="39568"/>
                    <a:pt x="1494" y="39376"/>
                    <a:pt x="1494" y="39169"/>
                  </a:cubicBezTo>
                  <a:cubicBezTo>
                    <a:pt x="1479" y="39036"/>
                    <a:pt x="1435" y="38888"/>
                    <a:pt x="1346" y="38770"/>
                  </a:cubicBezTo>
                  <a:lnTo>
                    <a:pt x="4126" y="36005"/>
                  </a:lnTo>
                  <a:lnTo>
                    <a:pt x="13042" y="36005"/>
                  </a:lnTo>
                  <a:lnTo>
                    <a:pt x="17641" y="31406"/>
                  </a:lnTo>
                  <a:lnTo>
                    <a:pt x="17641" y="20524"/>
                  </a:lnTo>
                  <a:lnTo>
                    <a:pt x="21633" y="16517"/>
                  </a:lnTo>
                  <a:lnTo>
                    <a:pt x="26690" y="16517"/>
                  </a:lnTo>
                  <a:lnTo>
                    <a:pt x="33994" y="9212"/>
                  </a:lnTo>
                  <a:lnTo>
                    <a:pt x="33994" y="12125"/>
                  </a:lnTo>
                  <a:lnTo>
                    <a:pt x="38016" y="12125"/>
                  </a:lnTo>
                  <a:lnTo>
                    <a:pt x="42171" y="7970"/>
                  </a:lnTo>
                  <a:lnTo>
                    <a:pt x="42348" y="7793"/>
                  </a:lnTo>
                  <a:cubicBezTo>
                    <a:pt x="42289" y="7748"/>
                    <a:pt x="42245" y="7689"/>
                    <a:pt x="42186" y="7645"/>
                  </a:cubicBezTo>
                  <a:lnTo>
                    <a:pt x="37913" y="11903"/>
                  </a:lnTo>
                  <a:lnTo>
                    <a:pt x="34216" y="11903"/>
                  </a:lnTo>
                  <a:lnTo>
                    <a:pt x="34216" y="9005"/>
                  </a:lnTo>
                  <a:lnTo>
                    <a:pt x="35355" y="7867"/>
                  </a:lnTo>
                  <a:lnTo>
                    <a:pt x="35355" y="7689"/>
                  </a:lnTo>
                  <a:lnTo>
                    <a:pt x="39598" y="3446"/>
                  </a:lnTo>
                  <a:cubicBezTo>
                    <a:pt x="39569" y="3372"/>
                    <a:pt x="39539" y="3298"/>
                    <a:pt x="39509" y="3224"/>
                  </a:cubicBezTo>
                  <a:lnTo>
                    <a:pt x="38874" y="3845"/>
                  </a:lnTo>
                  <a:lnTo>
                    <a:pt x="35355" y="7379"/>
                  </a:lnTo>
                  <a:lnTo>
                    <a:pt x="35355" y="1449"/>
                  </a:lnTo>
                  <a:cubicBezTo>
                    <a:pt x="35458" y="1405"/>
                    <a:pt x="35562" y="1346"/>
                    <a:pt x="35650" y="1272"/>
                  </a:cubicBezTo>
                  <a:cubicBezTo>
                    <a:pt x="35931" y="976"/>
                    <a:pt x="35931" y="518"/>
                    <a:pt x="35650" y="222"/>
                  </a:cubicBezTo>
                  <a:cubicBezTo>
                    <a:pt x="35502" y="74"/>
                    <a:pt x="35310" y="0"/>
                    <a:pt x="3511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" name="Rounded Rectangle 579"/>
          <p:cNvSpPr/>
          <p:nvPr/>
        </p:nvSpPr>
        <p:spPr>
          <a:xfrm>
            <a:off x="822959" y="1142999"/>
            <a:ext cx="6724999" cy="365357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TextBox 580"/>
          <p:cNvSpPr txBox="1"/>
          <p:nvPr/>
        </p:nvSpPr>
        <p:spPr>
          <a:xfrm>
            <a:off x="2768596" y="1376173"/>
            <a:ext cx="3127248" cy="1447018"/>
          </a:xfrm>
          <a:prstGeom prst="rect">
            <a:avLst/>
          </a:prstGeom>
          <a:noFill/>
        </p:spPr>
        <p:txBody>
          <a:bodyPr wrap="square" lIns="36576" tIns="9144" rIns="36576" bIns="9144">
            <a:no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42E7D6"/>
                </a:solidFill>
                <a:latin typeface="Aptos Display"/>
              </a:defRPr>
            </a:pPr>
            <a:r>
              <a:rPr dirty="0"/>
              <a:t>Submitted To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dirty="0"/>
              <a:t>Dr Raihan Ul Islam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dirty="0"/>
              <a:t>Associate Professor</a:t>
            </a:r>
            <a:endParaRPr lang="en-US" dirty="0"/>
          </a:p>
          <a:p>
            <a:pPr algn="ctr">
              <a:lnSpc>
                <a:spcPct val="104000"/>
              </a:lnSpc>
              <a:spcAft>
                <a:spcPts val="3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lang="en-US" dirty="0"/>
              <a:t>Department of</a:t>
            </a:r>
            <a:r>
              <a:rPr dirty="0"/>
              <a:t> CSE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dirty="0"/>
              <a:t>East West University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2820489" y="2969784"/>
            <a:ext cx="3246120" cy="1325880"/>
          </a:xfrm>
          <a:prstGeom prst="rect">
            <a:avLst/>
          </a:prstGeom>
          <a:noFill/>
        </p:spPr>
        <p:txBody>
          <a:bodyPr wrap="square" lIns="36576" tIns="9144" rIns="36576" bIns="9144">
            <a:norm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2E7D6"/>
                </a:solidFill>
                <a:latin typeface="Aptos Display"/>
              </a:defRPr>
            </a:pPr>
            <a:r>
              <a:rPr dirty="0"/>
              <a:t>Submitted By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230">
                <a:solidFill>
                  <a:srgbClr val="F6FFFF"/>
                </a:solidFill>
                <a:latin typeface="Aptos"/>
              </a:defRPr>
            </a:pPr>
            <a:r>
              <a:rPr dirty="0"/>
              <a:t>Nishat Subha </a:t>
            </a:r>
            <a:r>
              <a:rPr dirty="0" err="1"/>
              <a:t>Mithela</a:t>
            </a:r>
            <a:r>
              <a:rPr dirty="0"/>
              <a:t> — 2023-1-60-248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230">
                <a:solidFill>
                  <a:srgbClr val="F6FFFF"/>
                </a:solidFill>
                <a:latin typeface="Aptos"/>
              </a:defRPr>
            </a:pPr>
            <a:r>
              <a:rPr dirty="0"/>
              <a:t>Nusrat Jahan — 2022-2-60-128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230">
                <a:solidFill>
                  <a:srgbClr val="F6FFFF"/>
                </a:solidFill>
                <a:latin typeface="Aptos"/>
              </a:defRPr>
            </a:pPr>
            <a:r>
              <a:rPr dirty="0" err="1"/>
              <a:t>Humayara</a:t>
            </a:r>
            <a:r>
              <a:rPr dirty="0"/>
              <a:t> Nahar Moumita — 2021-2-60-121</a:t>
            </a:r>
            <a:endParaRPr lang="en-US" dirty="0"/>
          </a:p>
          <a:p>
            <a:pPr algn="ctr">
              <a:lnSpc>
                <a:spcPct val="104000"/>
              </a:lnSpc>
              <a:spcAft>
                <a:spcPts val="300"/>
              </a:spcAft>
              <a:defRPr sz="1230">
                <a:solidFill>
                  <a:srgbClr val="F6FFFF"/>
                </a:solidFill>
                <a:latin typeface="Aptos"/>
              </a:defRPr>
            </a:pPr>
            <a:r>
              <a:rPr lang="en-US" dirty="0"/>
              <a:t>Fahmida Jannat — 2025-1-60-334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230">
                <a:solidFill>
                  <a:srgbClr val="F6FFF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D5AAD961-ACCC-C5FC-8E52-C98407C1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850AA2DB-ABEF-3F9A-5BC8-05750BC38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76553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F6FFFF"/>
                </a:solidFill>
                <a:latin typeface="Aptos Display"/>
              </a:rPr>
              <a:t>Introduction</a:t>
            </a:r>
            <a:endParaRPr b="1" dirty="0">
              <a:solidFill>
                <a:srgbClr val="F6FFFF"/>
              </a:solidFill>
              <a:latin typeface="Aptos Display"/>
            </a:endParaRP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D7B69C85-B48A-5D8D-3C1F-62DF0C6EC0F6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19" y="1311340"/>
            <a:ext cx="4160520" cy="292608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19" y="1699960"/>
            <a:ext cx="3703320" cy="214884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>
              <a:spcAft>
                <a:spcPts val="500"/>
              </a:spcAft>
              <a:defRPr sz="1540" b="1">
                <a:solidFill>
                  <a:srgbClr val="42E7D6"/>
                </a:solidFill>
                <a:latin typeface="Aptos Display"/>
              </a:defRPr>
            </a:pPr>
            <a:r>
              <a:rPr dirty="0"/>
              <a:t>Project </a:t>
            </a:r>
            <a:r>
              <a:rPr lang="en-US" dirty="0"/>
              <a:t>B</a:t>
            </a:r>
            <a:r>
              <a:rPr dirty="0"/>
              <a:t>ackground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40">
                <a:solidFill>
                  <a:srgbClr val="F6FFFF"/>
                </a:solidFill>
                <a:latin typeface="Aptos"/>
              </a:defRPr>
            </a:pPr>
            <a:r>
              <a:rPr dirty="0"/>
              <a:t>› </a:t>
            </a:r>
            <a:r>
              <a:rPr dirty="0" err="1"/>
              <a:t>BloodMNIST</a:t>
            </a:r>
            <a:r>
              <a:rPr dirty="0"/>
              <a:t> is a small biomedical image dataset of blood-cell microscopy images.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40">
                <a:solidFill>
                  <a:srgbClr val="F6FFFF"/>
                </a:solidFill>
                <a:latin typeface="Aptos"/>
              </a:defRPr>
            </a:pPr>
            <a:r>
              <a:rPr dirty="0"/>
              <a:t>› The task is to classify each image into one of eight blood-cell types.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40">
                <a:solidFill>
                  <a:srgbClr val="F6FFFF"/>
                </a:solidFill>
                <a:latin typeface="Aptos"/>
              </a:defRPr>
            </a:pPr>
            <a:r>
              <a:rPr dirty="0"/>
              <a:t>› Many classes look similar, so the model must learn fine local cell details.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40">
                <a:solidFill>
                  <a:srgbClr val="F6FFFF"/>
                </a:solidFill>
                <a:latin typeface="Aptos"/>
              </a:defRPr>
            </a:pPr>
            <a:r>
              <a:rPr dirty="0"/>
              <a:t>› Our project tests whether graph reasoning can improve a strong CNN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39" y="1311340"/>
            <a:ext cx="3429000" cy="1664208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463721"/>
              </p:ext>
            </p:extLst>
          </p:nvPr>
        </p:nvGraphicFramePr>
        <p:xfrm>
          <a:off x="5330951" y="1539940"/>
          <a:ext cx="299923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086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6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6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Dataset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BloodMNIST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Classes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Main model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ResNet50 + Residual GCN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88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Final focus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Accuracy + macro-F1 + XAI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20639" y="3185860"/>
            <a:ext cx="3429000" cy="105156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67527" y="3269441"/>
            <a:ext cx="804672" cy="884397"/>
          </a:xfrm>
          <a:prstGeom prst="roundRect">
            <a:avLst/>
          </a:prstGeom>
          <a:solidFill>
            <a:srgbClr val="0A5C60"/>
          </a:solidFill>
          <a:ln w="1270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450" b="1">
                <a:solidFill>
                  <a:srgbClr val="F6FFFF"/>
                </a:solidFill>
                <a:latin typeface="Aptos Display"/>
              </a:defRPr>
            </a:pPr>
            <a:r>
              <a:rPr dirty="0"/>
              <a:t>Task 1</a:t>
            </a:r>
          </a:p>
          <a:p>
            <a:pPr algn="ctr">
              <a:defRPr sz="1019">
                <a:solidFill>
                  <a:srgbClr val="DAFFF9"/>
                </a:solidFill>
                <a:latin typeface="Aptos"/>
              </a:defRPr>
            </a:pPr>
            <a:r>
              <a:rPr dirty="0"/>
              <a:t>EDA + data quality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9631" y="3688780"/>
            <a:ext cx="201168" cy="0"/>
          </a:xfrm>
          <a:prstGeom prst="line">
            <a:avLst/>
          </a:prstGeom>
          <a:ln w="2159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28231" y="3282852"/>
            <a:ext cx="804672" cy="884411"/>
          </a:xfrm>
          <a:prstGeom prst="roundRect">
            <a:avLst/>
          </a:prstGeom>
          <a:solidFill>
            <a:srgbClr val="0A5C60"/>
          </a:solidFill>
          <a:ln w="1270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450" b="1">
                <a:solidFill>
                  <a:srgbClr val="F6FFFF"/>
                </a:solidFill>
                <a:latin typeface="Aptos Display"/>
              </a:defRPr>
            </a:pPr>
            <a:r>
              <a:rPr dirty="0"/>
              <a:t>Task 2</a:t>
            </a:r>
            <a:endParaRPr lang="en-US" dirty="0"/>
          </a:p>
          <a:p>
            <a:pPr algn="ctr">
              <a:defRPr sz="1019">
                <a:solidFill>
                  <a:srgbClr val="DAFFF9"/>
                </a:solidFill>
                <a:latin typeface="Aptos"/>
              </a:defRPr>
            </a:pPr>
            <a:r>
              <a:rPr lang="en-US" dirty="0"/>
              <a:t>Baseline+ Proposed Model+ GCN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0335" y="3688780"/>
            <a:ext cx="201168" cy="0"/>
          </a:xfrm>
          <a:prstGeom prst="line">
            <a:avLst/>
          </a:prstGeom>
          <a:ln w="2159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88935" y="3282852"/>
            <a:ext cx="804672" cy="884399"/>
          </a:xfrm>
          <a:prstGeom prst="roundRect">
            <a:avLst/>
          </a:prstGeom>
          <a:solidFill>
            <a:srgbClr val="004B4E"/>
          </a:solidFill>
          <a:ln w="12700">
            <a:solidFill>
              <a:srgbClr val="FFC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450" b="1">
                <a:solidFill>
                  <a:srgbClr val="F6FFFF"/>
                </a:solidFill>
                <a:latin typeface="Aptos Display"/>
              </a:defRPr>
            </a:pPr>
            <a:r>
              <a:rPr dirty="0"/>
              <a:t>Task 3</a:t>
            </a:r>
          </a:p>
          <a:p>
            <a:pPr algn="ctr">
              <a:defRPr sz="1019">
                <a:solidFill>
                  <a:srgbClr val="DAFFF9"/>
                </a:solidFill>
                <a:latin typeface="Aptos"/>
              </a:defRPr>
            </a:pPr>
            <a:r>
              <a:rPr dirty="0"/>
              <a:t>Final GCN + XAI</a:t>
            </a:r>
          </a:p>
        </p:txBody>
      </p:sp>
    </p:spTree>
    <p:extLst>
      <p:ext uri="{BB962C8B-B14F-4D97-AF65-F5344CB8AC3E}">
        <p14:creationId xmlns:p14="http://schemas.microsoft.com/office/powerpoint/2010/main" val="61933051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2D14061C-FF9B-D532-E737-22E9BC1D8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CA86D58A-E7F5-1A76-64DF-0F04EB65D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 dirty="0">
                <a:solidFill>
                  <a:srgbClr val="F6FFFF"/>
                </a:solidFill>
                <a:latin typeface="Aptos Display"/>
              </a:rPr>
              <a:t>Motivation and Research Gap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DC655D34-440E-87BB-9078-06F2F316BD19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Rounded Rectangle 765">
            <a:extLst>
              <a:ext uri="{FF2B5EF4-FFF2-40B4-BE49-F238E27FC236}">
                <a16:creationId xmlns:a16="http://schemas.microsoft.com/office/drawing/2014/main" id="{9B4E2422-5242-8540-BA9E-A05C5EBB5653}"/>
              </a:ext>
            </a:extLst>
          </p:cNvPr>
          <p:cNvSpPr/>
          <p:nvPr/>
        </p:nvSpPr>
        <p:spPr>
          <a:xfrm>
            <a:off x="685800" y="1143000"/>
            <a:ext cx="3794760" cy="352044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TextBox 766">
            <a:extLst>
              <a:ext uri="{FF2B5EF4-FFF2-40B4-BE49-F238E27FC236}">
                <a16:creationId xmlns:a16="http://schemas.microsoft.com/office/drawing/2014/main" id="{F0F66511-624F-F070-2F93-ABE18BE892BF}"/>
              </a:ext>
            </a:extLst>
          </p:cNvPr>
          <p:cNvSpPr txBox="1"/>
          <p:nvPr/>
        </p:nvSpPr>
        <p:spPr>
          <a:xfrm>
            <a:off x="914400" y="1648351"/>
            <a:ext cx="3337560" cy="25146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500"/>
              </a:spcAft>
              <a:defRPr sz="1750" b="1">
                <a:solidFill>
                  <a:srgbClr val="42E7D6"/>
                </a:solidFill>
                <a:latin typeface="Aptos Display"/>
              </a:defRPr>
            </a:pPr>
            <a:r>
              <a:rPr dirty="0"/>
              <a:t>Why this is hard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600">
                <a:solidFill>
                  <a:srgbClr val="F6FFFF"/>
                </a:solidFill>
                <a:latin typeface="Aptos"/>
              </a:defRPr>
            </a:pPr>
            <a:r>
              <a:rPr dirty="0"/>
              <a:t>› Blood-cell classes can look very similar in tiny microscopy images.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600">
                <a:solidFill>
                  <a:srgbClr val="F6FFFF"/>
                </a:solidFill>
                <a:latin typeface="Aptos"/>
              </a:defRPr>
            </a:pPr>
            <a:r>
              <a:rPr dirty="0"/>
              <a:t>› Global CNN features may hide small but useful cell-region details.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600">
                <a:solidFill>
                  <a:srgbClr val="F6FFFF"/>
                </a:solidFill>
                <a:latin typeface="Aptos"/>
              </a:defRPr>
            </a:pPr>
            <a:r>
              <a:rPr dirty="0"/>
              <a:t>› The dataset is moderately imbalanced, so macro-F1 matters with accuracy.</a:t>
            </a:r>
          </a:p>
        </p:txBody>
      </p:sp>
      <p:sp>
        <p:nvSpPr>
          <p:cNvPr id="768" name="Rounded Rectangle 767">
            <a:extLst>
              <a:ext uri="{FF2B5EF4-FFF2-40B4-BE49-F238E27FC236}">
                <a16:creationId xmlns:a16="http://schemas.microsoft.com/office/drawing/2014/main" id="{79F9A9FC-2250-B927-65FC-3AEF6049CF02}"/>
              </a:ext>
            </a:extLst>
          </p:cNvPr>
          <p:cNvSpPr/>
          <p:nvPr/>
        </p:nvSpPr>
        <p:spPr>
          <a:xfrm>
            <a:off x="4709160" y="1143000"/>
            <a:ext cx="3749039" cy="352044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69" name="Table 768">
            <a:extLst>
              <a:ext uri="{FF2B5EF4-FFF2-40B4-BE49-F238E27FC236}">
                <a16:creationId xmlns:a16="http://schemas.microsoft.com/office/drawing/2014/main" id="{8E430F06-0902-C1C4-79DD-B28DCD098691}"/>
              </a:ext>
            </a:extLst>
          </p:cNvPr>
          <p:cNvGraphicFramePr>
            <a:graphicFrameLocks noGrp="1"/>
          </p:cNvGraphicFramePr>
          <p:nvPr/>
        </p:nvGraphicFramePr>
        <p:xfrm>
          <a:off x="4892040" y="1417320"/>
          <a:ext cx="338327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9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6FFFF"/>
                          </a:solidFill>
                          <a:latin typeface="Aptos"/>
                        </a:rPr>
                        <a:t>Approach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6FFFF"/>
                          </a:solidFill>
                          <a:latin typeface="Aptos"/>
                        </a:rPr>
                        <a:t>Limitation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CNN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Local features only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Attention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Focuses regions, but no graph reasoning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Transformer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Strong, but heavier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CNN + GCN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Can model region relationships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0" name="TextBox 769">
            <a:extLst>
              <a:ext uri="{FF2B5EF4-FFF2-40B4-BE49-F238E27FC236}">
                <a16:creationId xmlns:a16="http://schemas.microsoft.com/office/drawing/2014/main" id="{60FD2D9F-9555-8ACA-85E2-042227D1CC18}"/>
              </a:ext>
            </a:extLst>
          </p:cNvPr>
          <p:cNvSpPr txBox="1"/>
          <p:nvPr/>
        </p:nvSpPr>
        <p:spPr>
          <a:xfrm>
            <a:off x="4892040" y="3867912"/>
            <a:ext cx="33832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rPr lang="en-US" dirty="0"/>
              <a:t>T</a:t>
            </a:r>
            <a:r>
              <a:rPr dirty="0"/>
              <a:t>he project tests whether graph reason</a:t>
            </a:r>
            <a:r>
              <a:rPr lang="en-US" dirty="0"/>
              <a:t>i</a:t>
            </a:r>
            <a:r>
              <a:rPr dirty="0"/>
              <a:t>ng adds useful spatial context.</a:t>
            </a:r>
          </a:p>
        </p:txBody>
      </p:sp>
    </p:spTree>
    <p:extLst>
      <p:ext uri="{BB962C8B-B14F-4D97-AF65-F5344CB8AC3E}">
        <p14:creationId xmlns:p14="http://schemas.microsoft.com/office/powerpoint/2010/main" val="216827568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1EF6E97C-BEF7-110C-6F02-4E8141FF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913AB0E5-9A9E-C69E-B719-29D881507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6FFFF"/>
                </a:solidFill>
                <a:latin typeface="Aptos Display"/>
              </a:rPr>
              <a:t>Dataset and EDA Findings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55414C99-FFD5-41F8-0796-87D64E9AC840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6" name="Picture 765" descr="aa24a7b54d0dc458322b1a9e387979b24e9219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52728"/>
            <a:ext cx="3246120" cy="3108959"/>
          </a:xfrm>
          <a:prstGeom prst="rect">
            <a:avLst/>
          </a:prstGeom>
          <a:ln w="10160">
            <a:solidFill>
              <a:srgbClr val="42E7D6"/>
            </a:solidFill>
          </a:ln>
        </p:spPr>
      </p:pic>
      <p:sp>
        <p:nvSpPr>
          <p:cNvPr id="767" name="Rounded Rectangle 766"/>
          <p:cNvSpPr/>
          <p:nvPr/>
        </p:nvSpPr>
        <p:spPr>
          <a:xfrm>
            <a:off x="4343400" y="1097280"/>
            <a:ext cx="4069080" cy="3547872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68" name="Table 767"/>
          <p:cNvGraphicFramePr>
            <a:graphicFrameLocks noGrp="1"/>
          </p:cNvGraphicFramePr>
          <p:nvPr/>
        </p:nvGraphicFramePr>
        <p:xfrm>
          <a:off x="4553712" y="1325880"/>
          <a:ext cx="362102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6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6FFFF"/>
                          </a:solidFill>
                          <a:latin typeface="Aptos"/>
                        </a:rPr>
                        <a:t>Finding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Total images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17,092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Train / Val / Test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11,959 / 1,712 / 3,421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Image format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28×28 RGB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Classes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8 blood-cell categories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Quality audit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DAFFF9"/>
                          </a:solidFill>
                          <a:latin typeface="Aptos"/>
                        </a:rPr>
                        <a:t>No missing/blank/invalid images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69" name="TextBox 768"/>
          <p:cNvSpPr txBox="1"/>
          <p:nvPr/>
        </p:nvSpPr>
        <p:spPr>
          <a:xfrm>
            <a:off x="4572000" y="3822191"/>
            <a:ext cx="347472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170">
                <a:solidFill>
                  <a:srgbClr val="F6FFFF"/>
                </a:solidFill>
                <a:latin typeface="Aptos"/>
              </a:defRPr>
            </a:pPr>
            <a:r>
              <a:rPr lang="en-US" dirty="0"/>
              <a:t>› C</a:t>
            </a:r>
            <a:r>
              <a:rPr dirty="0"/>
              <a:t>lean data, but class imbalance means macro-F1 should be reported.</a:t>
            </a:r>
          </a:p>
        </p:txBody>
      </p:sp>
    </p:spTree>
    <p:extLst>
      <p:ext uri="{BB962C8B-B14F-4D97-AF65-F5344CB8AC3E}">
        <p14:creationId xmlns:p14="http://schemas.microsoft.com/office/powerpoint/2010/main" val="428899280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5F0BF35F-CF3B-B037-22F2-AD56F8E9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89AE5685-A2E4-BC66-39EB-08B83960E8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6FFFF"/>
                </a:solidFill>
                <a:latin typeface="Aptos Display"/>
              </a:rPr>
              <a:t>Preprocessing and Experiment Setup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4DC30AF1-6BF8-D371-BF29-8B3D351B0B47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Rounded Rectangle 765"/>
          <p:cNvSpPr/>
          <p:nvPr/>
        </p:nvSpPr>
        <p:spPr>
          <a:xfrm>
            <a:off x="658368" y="1335024"/>
            <a:ext cx="1441094" cy="658368"/>
          </a:xfrm>
          <a:prstGeom prst="roundRect">
            <a:avLst/>
          </a:prstGeom>
          <a:solidFill>
            <a:srgbClr val="0A5C60"/>
          </a:solidFill>
          <a:ln w="1270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300" b="1">
                <a:solidFill>
                  <a:srgbClr val="F6FFFF"/>
                </a:solidFill>
                <a:latin typeface="Aptos Display"/>
              </a:defRPr>
            </a:pPr>
            <a:r>
              <a:t>Official splits</a:t>
            </a:r>
          </a:p>
          <a:p>
            <a:pPr algn="ctr">
              <a:defRPr sz="950">
                <a:solidFill>
                  <a:srgbClr val="DAFFF9"/>
                </a:solidFill>
                <a:latin typeface="Aptos"/>
              </a:defRPr>
            </a:pPr>
            <a:r>
              <a:t>kept unchanged</a:t>
            </a:r>
          </a:p>
        </p:txBody>
      </p:sp>
      <p:cxnSp>
        <p:nvCxnSpPr>
          <p:cNvPr id="767" name="Connector 766"/>
          <p:cNvCxnSpPr/>
          <p:nvPr/>
        </p:nvCxnSpPr>
        <p:spPr>
          <a:xfrm>
            <a:off x="2108606" y="1664208"/>
            <a:ext cx="146304" cy="0"/>
          </a:xfrm>
          <a:prstGeom prst="line">
            <a:avLst/>
          </a:prstGeom>
          <a:ln w="2286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Rounded Rectangle 767"/>
          <p:cNvSpPr/>
          <p:nvPr/>
        </p:nvSpPr>
        <p:spPr>
          <a:xfrm>
            <a:off x="2264054" y="1335024"/>
            <a:ext cx="1441094" cy="658368"/>
          </a:xfrm>
          <a:prstGeom prst="roundRect">
            <a:avLst/>
          </a:prstGeom>
          <a:solidFill>
            <a:srgbClr val="004B4E"/>
          </a:solidFill>
          <a:ln w="1270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300" b="1">
                <a:solidFill>
                  <a:srgbClr val="F6FFFF"/>
                </a:solidFill>
                <a:latin typeface="Aptos Display"/>
              </a:defRPr>
            </a:pPr>
            <a:r>
              <a:t>Resize</a:t>
            </a:r>
          </a:p>
          <a:p>
            <a:pPr algn="ctr">
              <a:defRPr sz="950">
                <a:solidFill>
                  <a:srgbClr val="DAFFF9"/>
                </a:solidFill>
                <a:latin typeface="Aptos"/>
              </a:defRPr>
            </a:pPr>
            <a:r>
              <a:t>224×224×3</a:t>
            </a:r>
          </a:p>
        </p:txBody>
      </p:sp>
      <p:cxnSp>
        <p:nvCxnSpPr>
          <p:cNvPr id="769" name="Connector 768"/>
          <p:cNvCxnSpPr/>
          <p:nvPr/>
        </p:nvCxnSpPr>
        <p:spPr>
          <a:xfrm>
            <a:off x="3714292" y="1664208"/>
            <a:ext cx="146304" cy="0"/>
          </a:xfrm>
          <a:prstGeom prst="line">
            <a:avLst/>
          </a:prstGeom>
          <a:ln w="2286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Rounded Rectangle 769"/>
          <p:cNvSpPr/>
          <p:nvPr/>
        </p:nvSpPr>
        <p:spPr>
          <a:xfrm>
            <a:off x="3869740" y="1335024"/>
            <a:ext cx="1441094" cy="658368"/>
          </a:xfrm>
          <a:prstGeom prst="roundRect">
            <a:avLst/>
          </a:prstGeom>
          <a:solidFill>
            <a:srgbClr val="0A5C60"/>
          </a:solidFill>
          <a:ln w="1270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300" b="1">
                <a:solidFill>
                  <a:srgbClr val="F6FFFF"/>
                </a:solidFill>
                <a:latin typeface="Aptos Display"/>
              </a:defRPr>
            </a:pPr>
            <a:r>
              <a:t>Balance train</a:t>
            </a:r>
          </a:p>
          <a:p>
            <a:pPr algn="ctr">
              <a:defRPr sz="950">
                <a:solidFill>
                  <a:srgbClr val="DAFFF9"/>
                </a:solidFill>
                <a:latin typeface="Aptos"/>
              </a:defRPr>
            </a:pPr>
            <a:r>
              <a:t>undersampling + weights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5319979" y="1664208"/>
            <a:ext cx="146304" cy="0"/>
          </a:xfrm>
          <a:prstGeom prst="line">
            <a:avLst/>
          </a:prstGeom>
          <a:ln w="2286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Rounded Rectangle 771"/>
          <p:cNvSpPr/>
          <p:nvPr/>
        </p:nvSpPr>
        <p:spPr>
          <a:xfrm>
            <a:off x="5475427" y="1335024"/>
            <a:ext cx="1441094" cy="658368"/>
          </a:xfrm>
          <a:prstGeom prst="roundRect">
            <a:avLst/>
          </a:prstGeom>
          <a:solidFill>
            <a:srgbClr val="004B4E"/>
          </a:solidFill>
          <a:ln w="1270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300" b="1">
                <a:solidFill>
                  <a:srgbClr val="F6FFFF"/>
                </a:solidFill>
                <a:latin typeface="Aptos Display"/>
              </a:defRPr>
            </a:pPr>
            <a:r>
              <a:t>Train</a:t>
            </a:r>
          </a:p>
          <a:p>
            <a:pPr algn="ctr">
              <a:defRPr sz="950">
                <a:solidFill>
                  <a:srgbClr val="DAFFF9"/>
                </a:solidFill>
                <a:latin typeface="Aptos"/>
              </a:defRPr>
            </a:pPr>
            <a:r>
              <a:t>Adam + early stop</a:t>
            </a:r>
          </a:p>
        </p:txBody>
      </p:sp>
      <p:cxnSp>
        <p:nvCxnSpPr>
          <p:cNvPr id="773" name="Connector 772"/>
          <p:cNvCxnSpPr/>
          <p:nvPr/>
        </p:nvCxnSpPr>
        <p:spPr>
          <a:xfrm>
            <a:off x="6925665" y="1664208"/>
            <a:ext cx="146304" cy="0"/>
          </a:xfrm>
          <a:prstGeom prst="line">
            <a:avLst/>
          </a:prstGeom>
          <a:ln w="2286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4" name="Rounded Rectangle 773"/>
          <p:cNvSpPr/>
          <p:nvPr/>
        </p:nvSpPr>
        <p:spPr>
          <a:xfrm>
            <a:off x="7081113" y="1335024"/>
            <a:ext cx="1441094" cy="658368"/>
          </a:xfrm>
          <a:prstGeom prst="roundRect">
            <a:avLst/>
          </a:prstGeom>
          <a:solidFill>
            <a:srgbClr val="0A5C60"/>
          </a:solidFill>
          <a:ln w="1270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300" b="1">
                <a:solidFill>
                  <a:srgbClr val="F6FFFF"/>
                </a:solidFill>
                <a:latin typeface="Aptos Display"/>
              </a:defRPr>
            </a:pPr>
            <a:r>
              <a:t>Evaluate</a:t>
            </a:r>
          </a:p>
          <a:p>
            <a:pPr algn="ctr">
              <a:defRPr sz="950">
                <a:solidFill>
                  <a:srgbClr val="DAFFF9"/>
                </a:solidFill>
                <a:latin typeface="Aptos"/>
              </a:defRPr>
            </a:pPr>
            <a:r>
              <a:t>held-out test</a:t>
            </a:r>
          </a:p>
        </p:txBody>
      </p:sp>
      <p:sp>
        <p:nvSpPr>
          <p:cNvPr id="775" name="Rounded Rectangle 774"/>
          <p:cNvSpPr/>
          <p:nvPr/>
        </p:nvSpPr>
        <p:spPr>
          <a:xfrm>
            <a:off x="777240" y="2514600"/>
            <a:ext cx="3566160" cy="169164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76" name="Table 775"/>
          <p:cNvGraphicFramePr>
            <a:graphicFrameLocks noGrp="1"/>
          </p:cNvGraphicFramePr>
          <p:nvPr/>
        </p:nvGraphicFramePr>
        <p:xfrm>
          <a:off x="987552" y="2724912"/>
          <a:ext cx="313639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6FFFF"/>
                          </a:solidFill>
                          <a:latin typeface="Aptos"/>
                        </a:rPr>
                        <a:t>Setting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6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Batch size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Optimizer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Adam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LR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0.001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Seed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AFFF9"/>
                          </a:solidFill>
                          <a:latin typeface="Aptos"/>
                        </a:rPr>
                        <a:t>42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7" name="Rounded Rectangle 776"/>
          <p:cNvSpPr/>
          <p:nvPr/>
        </p:nvSpPr>
        <p:spPr>
          <a:xfrm>
            <a:off x="4709160" y="2514600"/>
            <a:ext cx="3611880" cy="169164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8" name="TextBox 777"/>
          <p:cNvSpPr txBox="1"/>
          <p:nvPr/>
        </p:nvSpPr>
        <p:spPr>
          <a:xfrm>
            <a:off x="4892040" y="2724912"/>
            <a:ext cx="3154680" cy="10698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/>
          </a:bodyPr>
          <a:lstStyle/>
          <a:p>
            <a:pPr>
              <a:spcAft>
                <a:spcPts val="500"/>
              </a:spcAft>
              <a:defRPr sz="1450" b="1">
                <a:solidFill>
                  <a:srgbClr val="42E7D6"/>
                </a:solidFill>
                <a:latin typeface="Aptos Display"/>
              </a:defRPr>
            </a:pPr>
            <a:r>
              <a:rPr lang="en-US" dirty="0"/>
              <a:t>Outcomes</a:t>
            </a:r>
            <a:endParaRPr dirty="0"/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rPr dirty="0"/>
              <a:t>› No new random test split was made.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rPr dirty="0"/>
              <a:t>› Balancing was applied only on training data.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rPr dirty="0"/>
              <a:t>› This keeps the final test comparison fair.</a:t>
            </a:r>
          </a:p>
        </p:txBody>
      </p:sp>
    </p:spTree>
    <p:extLst>
      <p:ext uri="{BB962C8B-B14F-4D97-AF65-F5344CB8AC3E}">
        <p14:creationId xmlns:p14="http://schemas.microsoft.com/office/powerpoint/2010/main" val="17272886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25D86A6B-DBE2-33C8-AC3A-7F1A1A0C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239F1109-8CC2-52A0-FA65-62F156CD4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 dirty="0">
                <a:solidFill>
                  <a:srgbClr val="F6FFFF"/>
                </a:solidFill>
                <a:latin typeface="Aptos Display"/>
              </a:rPr>
              <a:t>Baseline CNN Results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B60C0C60-3CCA-ABCD-B568-713C46EED856}"/>
              </a:ext>
            </a:extLst>
          </p:cNvPr>
          <p:cNvSpPr/>
          <p:nvPr/>
        </p:nvSpPr>
        <p:spPr>
          <a:xfrm>
            <a:off x="2975686" y="4319257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Rounded Rectangle 765"/>
          <p:cNvSpPr/>
          <p:nvPr/>
        </p:nvSpPr>
        <p:spPr>
          <a:xfrm>
            <a:off x="594360" y="1115568"/>
            <a:ext cx="4892040" cy="352044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67" name="Table 7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37409"/>
              </p:ext>
            </p:extLst>
          </p:nvPr>
        </p:nvGraphicFramePr>
        <p:xfrm>
          <a:off x="744551" y="1787652"/>
          <a:ext cx="446226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6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6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6FFFF"/>
                          </a:solidFill>
                          <a:latin typeface="Aptos"/>
                        </a:rPr>
                        <a:t>Macro-F1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DenseNet121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82.87%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78.19%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ResNet50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90.56%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89.50%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EfficientNetB0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88.92%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 dirty="0">
                          <a:solidFill>
                            <a:srgbClr val="DAFFF9"/>
                          </a:solidFill>
                          <a:latin typeface="Aptos"/>
                        </a:rPr>
                        <a:t>87.97%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MobileNetV3Large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DAFFF9"/>
                          </a:solidFill>
                          <a:latin typeface="Aptos"/>
                        </a:rPr>
                        <a:t>91.26%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 dirty="0">
                          <a:solidFill>
                            <a:srgbClr val="DAFFF9"/>
                          </a:solidFill>
                          <a:latin typeface="Aptos"/>
                        </a:rPr>
                        <a:t>90.38%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8" name="Rounded Rectangle 767"/>
          <p:cNvSpPr/>
          <p:nvPr/>
        </p:nvSpPr>
        <p:spPr>
          <a:xfrm>
            <a:off x="5715000" y="1115568"/>
            <a:ext cx="2788920" cy="352044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TextBox 768"/>
          <p:cNvSpPr txBox="1"/>
          <p:nvPr/>
        </p:nvSpPr>
        <p:spPr>
          <a:xfrm>
            <a:off x="5897880" y="1901952"/>
            <a:ext cx="2423160" cy="22860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500"/>
              </a:spcAft>
              <a:defRPr sz="1480" b="1">
                <a:solidFill>
                  <a:srgbClr val="42E7D6"/>
                </a:solidFill>
                <a:latin typeface="Aptos Display"/>
              </a:defRPr>
            </a:pPr>
            <a:r>
              <a:rPr lang="en-US" dirty="0"/>
              <a:t>Outcomes</a:t>
            </a:r>
            <a:endParaRPr dirty="0"/>
          </a:p>
          <a:p>
            <a:pPr>
              <a:lnSpc>
                <a:spcPct val="104000"/>
              </a:lnSpc>
              <a:spcAft>
                <a:spcPts val="400"/>
              </a:spcAft>
              <a:defRPr sz="1330">
                <a:solidFill>
                  <a:srgbClr val="F6FFFF"/>
                </a:solidFill>
                <a:latin typeface="Aptos"/>
              </a:defRPr>
            </a:pPr>
            <a:r>
              <a:rPr dirty="0"/>
              <a:t>› MobileNetV3Large became the strongest CNN baseline.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30">
                <a:solidFill>
                  <a:srgbClr val="F6FFFF"/>
                </a:solidFill>
                <a:latin typeface="Aptos"/>
              </a:defRPr>
            </a:pPr>
            <a:r>
              <a:rPr dirty="0"/>
              <a:t>› </a:t>
            </a:r>
            <a:r>
              <a:rPr dirty="0" err="1"/>
              <a:t>BloodNet</a:t>
            </a:r>
            <a:r>
              <a:rPr dirty="0"/>
              <a:t> </a:t>
            </a:r>
            <a:r>
              <a:rPr dirty="0" err="1"/>
              <a:t>CNN+Attention</a:t>
            </a:r>
            <a:r>
              <a:rPr dirty="0"/>
              <a:t> scored 73.14%, so attention alone was not enough.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30">
                <a:solidFill>
                  <a:srgbClr val="F6FFFF"/>
                </a:solidFill>
                <a:latin typeface="Aptos"/>
              </a:defRPr>
            </a:pPr>
            <a:r>
              <a:rPr dirty="0"/>
              <a:t>› The final model must improve both accuracy and macro-F1.</a:t>
            </a:r>
          </a:p>
        </p:txBody>
      </p:sp>
    </p:spTree>
    <p:extLst>
      <p:ext uri="{BB962C8B-B14F-4D97-AF65-F5344CB8AC3E}">
        <p14:creationId xmlns:p14="http://schemas.microsoft.com/office/powerpoint/2010/main" val="106619038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AE38CB10-F696-B100-0DF8-C64464FE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9BDBF0FF-0162-D5C7-0860-DD8CBB89B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6FFFF"/>
                </a:solidFill>
                <a:latin typeface="Aptos Display"/>
              </a:rPr>
              <a:t>Proposed Model Architecture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9521C3EC-91CC-08E8-17CC-E8CCC6BE6B20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6" name="Picture 765" descr="9aa294badff515003c289bf9da1d4b5c3d62cf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9312"/>
            <a:ext cx="5577840" cy="3044934"/>
          </a:xfrm>
          <a:prstGeom prst="rect">
            <a:avLst/>
          </a:prstGeom>
          <a:ln w="10160">
            <a:solidFill>
              <a:srgbClr val="42E7D6"/>
            </a:solidFill>
          </a:ln>
        </p:spPr>
      </p:pic>
      <p:sp>
        <p:nvSpPr>
          <p:cNvPr id="767" name="Rounded Rectangle 766"/>
          <p:cNvSpPr/>
          <p:nvPr/>
        </p:nvSpPr>
        <p:spPr>
          <a:xfrm>
            <a:off x="6355080" y="1143000"/>
            <a:ext cx="2212848" cy="333756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8" name="TextBox 767"/>
          <p:cNvSpPr txBox="1"/>
          <p:nvPr/>
        </p:nvSpPr>
        <p:spPr>
          <a:xfrm>
            <a:off x="6501384" y="1636766"/>
            <a:ext cx="1920240" cy="26974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500"/>
              </a:spcAft>
              <a:defRPr sz="1340" b="1">
                <a:solidFill>
                  <a:srgbClr val="42E7D6"/>
                </a:solidFill>
                <a:latin typeface="Aptos Display"/>
              </a:defRPr>
            </a:pPr>
            <a:r>
              <a:t>In simple words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90">
                <a:solidFill>
                  <a:srgbClr val="F6FFFF"/>
                </a:solidFill>
                <a:latin typeface="Aptos"/>
              </a:defRPr>
            </a:pPr>
            <a:r>
              <a:t>› ResNet50 extracts a 7×7×2048 feature map.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90">
                <a:solidFill>
                  <a:srgbClr val="F6FFFF"/>
                </a:solidFill>
                <a:latin typeface="Aptos"/>
              </a:defRPr>
            </a:pPr>
            <a:r>
              <a:t>› Each spatial location becomes one graph node.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90">
                <a:solidFill>
                  <a:srgbClr val="F6FFFF"/>
                </a:solidFill>
                <a:latin typeface="Aptos"/>
              </a:defRPr>
            </a:pPr>
            <a:r>
              <a:t>› Residual GCN passes information between nearby regions.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90">
                <a:solidFill>
                  <a:srgbClr val="F6FFFF"/>
                </a:solidFill>
                <a:latin typeface="Aptos"/>
              </a:defRPr>
            </a:pPr>
            <a:r>
              <a:t>› Global pooling turns graph features into one prediction.</a:t>
            </a:r>
          </a:p>
        </p:txBody>
      </p:sp>
    </p:spTree>
    <p:extLst>
      <p:ext uri="{BB962C8B-B14F-4D97-AF65-F5344CB8AC3E}">
        <p14:creationId xmlns:p14="http://schemas.microsoft.com/office/powerpoint/2010/main" val="205036370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7700" y="347472"/>
            <a:ext cx="412003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 Display"/>
              </a:rPr>
              <a:t>Proposed Architecture Diagram</a:t>
            </a:r>
          </a:p>
        </p:txBody>
      </p:sp>
      <p:pic>
        <p:nvPicPr>
          <p:cNvPr id="3" name="Picture 2" descr="p16_img1_1024x5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05" y="914400"/>
            <a:ext cx="6281388" cy="3429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90DC0A6E-11B7-C2E6-A1B0-08E6F440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92AD49F6-E034-182D-6BE8-F8BB18B35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6FFFF"/>
                </a:solidFill>
                <a:latin typeface="Aptos Display"/>
              </a:rPr>
              <a:t>How the Graph Part Helps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8648AEF4-98FA-4936-4975-DB34485840CC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Rounded Rectangle 765"/>
          <p:cNvSpPr/>
          <p:nvPr/>
        </p:nvSpPr>
        <p:spPr>
          <a:xfrm>
            <a:off x="685800" y="1078992"/>
            <a:ext cx="7863840" cy="361188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Rounded Rectangle 766"/>
          <p:cNvSpPr/>
          <p:nvPr/>
        </p:nvSpPr>
        <p:spPr>
          <a:xfrm>
            <a:off x="1051560" y="164592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8" name="Rounded Rectangle 767"/>
          <p:cNvSpPr/>
          <p:nvPr/>
        </p:nvSpPr>
        <p:spPr>
          <a:xfrm>
            <a:off x="1216151" y="164592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Rounded Rectangle 768"/>
          <p:cNvSpPr/>
          <p:nvPr/>
        </p:nvSpPr>
        <p:spPr>
          <a:xfrm>
            <a:off x="1380743" y="164592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0" name="Rounded Rectangle 769"/>
          <p:cNvSpPr/>
          <p:nvPr/>
        </p:nvSpPr>
        <p:spPr>
          <a:xfrm>
            <a:off x="1545336" y="164592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1" name="Rounded Rectangle 770"/>
          <p:cNvSpPr/>
          <p:nvPr/>
        </p:nvSpPr>
        <p:spPr>
          <a:xfrm>
            <a:off x="1709928" y="164592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Rounded Rectangle 771"/>
          <p:cNvSpPr/>
          <p:nvPr/>
        </p:nvSpPr>
        <p:spPr>
          <a:xfrm>
            <a:off x="1874519" y="164592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Rounded Rectangle 772"/>
          <p:cNvSpPr/>
          <p:nvPr/>
        </p:nvSpPr>
        <p:spPr>
          <a:xfrm>
            <a:off x="2039112" y="164592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4" name="Rounded Rectangle 773"/>
          <p:cNvSpPr/>
          <p:nvPr/>
        </p:nvSpPr>
        <p:spPr>
          <a:xfrm>
            <a:off x="1051560" y="181051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5" name="Rounded Rectangle 774"/>
          <p:cNvSpPr/>
          <p:nvPr/>
        </p:nvSpPr>
        <p:spPr>
          <a:xfrm>
            <a:off x="1216151" y="181051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6" name="Rounded Rectangle 775"/>
          <p:cNvSpPr/>
          <p:nvPr/>
        </p:nvSpPr>
        <p:spPr>
          <a:xfrm>
            <a:off x="1380743" y="181051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7" name="Rounded Rectangle 776"/>
          <p:cNvSpPr/>
          <p:nvPr/>
        </p:nvSpPr>
        <p:spPr>
          <a:xfrm>
            <a:off x="1545336" y="181051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8" name="Rounded Rectangle 777"/>
          <p:cNvSpPr/>
          <p:nvPr/>
        </p:nvSpPr>
        <p:spPr>
          <a:xfrm>
            <a:off x="1709928" y="181051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Rounded Rectangle 778"/>
          <p:cNvSpPr/>
          <p:nvPr/>
        </p:nvSpPr>
        <p:spPr>
          <a:xfrm>
            <a:off x="1874519" y="181051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0" name="Rounded Rectangle 779"/>
          <p:cNvSpPr/>
          <p:nvPr/>
        </p:nvSpPr>
        <p:spPr>
          <a:xfrm>
            <a:off x="2039112" y="181051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1" name="Rounded Rectangle 780"/>
          <p:cNvSpPr/>
          <p:nvPr/>
        </p:nvSpPr>
        <p:spPr>
          <a:xfrm>
            <a:off x="1051560" y="1975104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2" name="Rounded Rectangle 781"/>
          <p:cNvSpPr/>
          <p:nvPr/>
        </p:nvSpPr>
        <p:spPr>
          <a:xfrm>
            <a:off x="1216151" y="1975104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3" name="Rounded Rectangle 782"/>
          <p:cNvSpPr/>
          <p:nvPr/>
        </p:nvSpPr>
        <p:spPr>
          <a:xfrm>
            <a:off x="1380743" y="1975104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Rounded Rectangle 783"/>
          <p:cNvSpPr/>
          <p:nvPr/>
        </p:nvSpPr>
        <p:spPr>
          <a:xfrm>
            <a:off x="1545336" y="1975104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5" name="Rounded Rectangle 784"/>
          <p:cNvSpPr/>
          <p:nvPr/>
        </p:nvSpPr>
        <p:spPr>
          <a:xfrm>
            <a:off x="1709928" y="1975104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6" name="Rounded Rectangle 785"/>
          <p:cNvSpPr/>
          <p:nvPr/>
        </p:nvSpPr>
        <p:spPr>
          <a:xfrm>
            <a:off x="1874519" y="1975104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Rounded Rectangle 786"/>
          <p:cNvSpPr/>
          <p:nvPr/>
        </p:nvSpPr>
        <p:spPr>
          <a:xfrm>
            <a:off x="2039112" y="1975104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8" name="Rounded Rectangle 787"/>
          <p:cNvSpPr/>
          <p:nvPr/>
        </p:nvSpPr>
        <p:spPr>
          <a:xfrm>
            <a:off x="1051560" y="2139696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Rounded Rectangle 788"/>
          <p:cNvSpPr/>
          <p:nvPr/>
        </p:nvSpPr>
        <p:spPr>
          <a:xfrm>
            <a:off x="1216151" y="2139696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0" name="Rounded Rectangle 789"/>
          <p:cNvSpPr/>
          <p:nvPr/>
        </p:nvSpPr>
        <p:spPr>
          <a:xfrm>
            <a:off x="1380743" y="2139696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1" name="Rounded Rectangle 790"/>
          <p:cNvSpPr/>
          <p:nvPr/>
        </p:nvSpPr>
        <p:spPr>
          <a:xfrm>
            <a:off x="1545336" y="2139696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2" name="Rounded Rectangle 791"/>
          <p:cNvSpPr/>
          <p:nvPr/>
        </p:nvSpPr>
        <p:spPr>
          <a:xfrm>
            <a:off x="1709928" y="2139696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3" name="Rounded Rectangle 792"/>
          <p:cNvSpPr/>
          <p:nvPr/>
        </p:nvSpPr>
        <p:spPr>
          <a:xfrm>
            <a:off x="1874519" y="2139696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Rounded Rectangle 793"/>
          <p:cNvSpPr/>
          <p:nvPr/>
        </p:nvSpPr>
        <p:spPr>
          <a:xfrm>
            <a:off x="2039112" y="2139696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5" name="Rounded Rectangle 794"/>
          <p:cNvSpPr/>
          <p:nvPr/>
        </p:nvSpPr>
        <p:spPr>
          <a:xfrm>
            <a:off x="1051560" y="2304288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Rounded Rectangle 795"/>
          <p:cNvSpPr/>
          <p:nvPr/>
        </p:nvSpPr>
        <p:spPr>
          <a:xfrm>
            <a:off x="1216151" y="2304288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7" name="Rounded Rectangle 796"/>
          <p:cNvSpPr/>
          <p:nvPr/>
        </p:nvSpPr>
        <p:spPr>
          <a:xfrm>
            <a:off x="1380743" y="2304288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Rounded Rectangle 797"/>
          <p:cNvSpPr/>
          <p:nvPr/>
        </p:nvSpPr>
        <p:spPr>
          <a:xfrm>
            <a:off x="1545336" y="2304288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9" name="Rounded Rectangle 798"/>
          <p:cNvSpPr/>
          <p:nvPr/>
        </p:nvSpPr>
        <p:spPr>
          <a:xfrm>
            <a:off x="1709928" y="2304288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Rounded Rectangle 799"/>
          <p:cNvSpPr/>
          <p:nvPr/>
        </p:nvSpPr>
        <p:spPr>
          <a:xfrm>
            <a:off x="1874519" y="2304288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Rounded Rectangle 800"/>
          <p:cNvSpPr/>
          <p:nvPr/>
        </p:nvSpPr>
        <p:spPr>
          <a:xfrm>
            <a:off x="2039112" y="2304288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2" name="Rounded Rectangle 801"/>
          <p:cNvSpPr/>
          <p:nvPr/>
        </p:nvSpPr>
        <p:spPr>
          <a:xfrm>
            <a:off x="1051560" y="246888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3" name="Rounded Rectangle 802"/>
          <p:cNvSpPr/>
          <p:nvPr/>
        </p:nvSpPr>
        <p:spPr>
          <a:xfrm>
            <a:off x="1216151" y="246888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4" name="Rounded Rectangle 803"/>
          <p:cNvSpPr/>
          <p:nvPr/>
        </p:nvSpPr>
        <p:spPr>
          <a:xfrm>
            <a:off x="1380743" y="246888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5" name="Rounded Rectangle 804"/>
          <p:cNvSpPr/>
          <p:nvPr/>
        </p:nvSpPr>
        <p:spPr>
          <a:xfrm>
            <a:off x="1545336" y="246888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6" name="Rounded Rectangle 805"/>
          <p:cNvSpPr/>
          <p:nvPr/>
        </p:nvSpPr>
        <p:spPr>
          <a:xfrm>
            <a:off x="1709928" y="246888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7" name="Rounded Rectangle 806"/>
          <p:cNvSpPr/>
          <p:nvPr/>
        </p:nvSpPr>
        <p:spPr>
          <a:xfrm>
            <a:off x="1874519" y="246888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8" name="Rounded Rectangle 807"/>
          <p:cNvSpPr/>
          <p:nvPr/>
        </p:nvSpPr>
        <p:spPr>
          <a:xfrm>
            <a:off x="2039112" y="2468880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Rounded Rectangle 808"/>
          <p:cNvSpPr/>
          <p:nvPr/>
        </p:nvSpPr>
        <p:spPr>
          <a:xfrm>
            <a:off x="1051560" y="263347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0" name="Rounded Rectangle 809"/>
          <p:cNvSpPr/>
          <p:nvPr/>
        </p:nvSpPr>
        <p:spPr>
          <a:xfrm>
            <a:off x="1216151" y="263347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1" name="Rounded Rectangle 810"/>
          <p:cNvSpPr/>
          <p:nvPr/>
        </p:nvSpPr>
        <p:spPr>
          <a:xfrm>
            <a:off x="1380743" y="263347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2" name="Rounded Rectangle 811"/>
          <p:cNvSpPr/>
          <p:nvPr/>
        </p:nvSpPr>
        <p:spPr>
          <a:xfrm>
            <a:off x="1545336" y="263347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3" name="Rounded Rectangle 812"/>
          <p:cNvSpPr/>
          <p:nvPr/>
        </p:nvSpPr>
        <p:spPr>
          <a:xfrm>
            <a:off x="1709928" y="263347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4" name="Rounded Rectangle 813"/>
          <p:cNvSpPr/>
          <p:nvPr/>
        </p:nvSpPr>
        <p:spPr>
          <a:xfrm>
            <a:off x="1874519" y="263347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5" name="Rounded Rectangle 814"/>
          <p:cNvSpPr/>
          <p:nvPr/>
        </p:nvSpPr>
        <p:spPr>
          <a:xfrm>
            <a:off x="2039112" y="2633472"/>
            <a:ext cx="128381" cy="128381"/>
          </a:xfrm>
          <a:prstGeom prst="roundRect">
            <a:avLst/>
          </a:prstGeom>
          <a:solidFill>
            <a:srgbClr val="0A5C60"/>
          </a:solidFill>
          <a:ln w="4445">
            <a:solidFill>
              <a:srgbClr val="A0F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16" name="Connector 815"/>
          <p:cNvCxnSpPr/>
          <p:nvPr/>
        </p:nvCxnSpPr>
        <p:spPr>
          <a:xfrm>
            <a:off x="1444934" y="2039294"/>
            <a:ext cx="493776" cy="0"/>
          </a:xfrm>
          <a:prstGeom prst="line">
            <a:avLst/>
          </a:prstGeom>
          <a:ln w="7620">
            <a:solidFill>
              <a:srgbClr val="FFC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>
            <a:off x="1444934" y="2203886"/>
            <a:ext cx="493776" cy="0"/>
          </a:xfrm>
          <a:prstGeom prst="line">
            <a:avLst/>
          </a:prstGeom>
          <a:ln w="7620">
            <a:solidFill>
              <a:srgbClr val="FFC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>
            <a:off x="1444934" y="2368478"/>
            <a:ext cx="493776" cy="0"/>
          </a:xfrm>
          <a:prstGeom prst="line">
            <a:avLst/>
          </a:prstGeom>
          <a:ln w="7620">
            <a:solidFill>
              <a:srgbClr val="FFC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>
            <a:off x="1444934" y="2039294"/>
            <a:ext cx="0" cy="493776"/>
          </a:xfrm>
          <a:prstGeom prst="line">
            <a:avLst/>
          </a:prstGeom>
          <a:ln w="7620">
            <a:solidFill>
              <a:srgbClr val="FFC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>
            <a:off x="1609526" y="2039294"/>
            <a:ext cx="0" cy="493776"/>
          </a:xfrm>
          <a:prstGeom prst="line">
            <a:avLst/>
          </a:prstGeom>
          <a:ln w="7620">
            <a:solidFill>
              <a:srgbClr val="FFC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>
            <a:off x="1774118" y="2039294"/>
            <a:ext cx="0" cy="493776"/>
          </a:xfrm>
          <a:prstGeom prst="line">
            <a:avLst/>
          </a:prstGeom>
          <a:ln w="7620">
            <a:solidFill>
              <a:srgbClr val="FFC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2" name="TextBox 821"/>
          <p:cNvSpPr txBox="1"/>
          <p:nvPr/>
        </p:nvSpPr>
        <p:spPr>
          <a:xfrm>
            <a:off x="713232" y="2880360"/>
            <a:ext cx="1828800" cy="594360"/>
          </a:xfrm>
          <a:prstGeom prst="rect">
            <a:avLst/>
          </a:prstGeom>
          <a:noFill/>
        </p:spPr>
        <p:txBody>
          <a:bodyPr wrap="square" lIns="36576" tIns="9144" rIns="36576" bIns="9144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42E7D6"/>
                </a:solidFill>
                <a:latin typeface="Aptos Display"/>
              </a:defRPr>
            </a:pPr>
            <a:r>
              <a:t>49 graph nodes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t>from 7×7 feature map</a:t>
            </a:r>
          </a:p>
        </p:txBody>
      </p:sp>
      <p:cxnSp>
        <p:nvCxnSpPr>
          <p:cNvPr id="823" name="Connector 822"/>
          <p:cNvCxnSpPr/>
          <p:nvPr/>
        </p:nvCxnSpPr>
        <p:spPr>
          <a:xfrm>
            <a:off x="2450592" y="2148840"/>
            <a:ext cx="731520" cy="0"/>
          </a:xfrm>
          <a:prstGeom prst="line">
            <a:avLst/>
          </a:prstGeom>
          <a:ln w="2540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4" name="Oval 823"/>
          <p:cNvSpPr/>
          <p:nvPr/>
        </p:nvSpPr>
        <p:spPr>
          <a:xfrm>
            <a:off x="3337560" y="1719072"/>
            <a:ext cx="502920" cy="502920"/>
          </a:xfrm>
          <a:prstGeom prst="ellipse">
            <a:avLst/>
          </a:prstGeom>
          <a:solidFill>
            <a:srgbClr val="0A5C60"/>
          </a:solidFill>
          <a:ln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6FFFF"/>
                </a:solidFill>
                <a:latin typeface="Aptos Display"/>
              </a:rPr>
              <a:t>1</a:t>
            </a:r>
          </a:p>
        </p:txBody>
      </p:sp>
      <p:cxnSp>
        <p:nvCxnSpPr>
          <p:cNvPr id="825" name="Connector 824"/>
          <p:cNvCxnSpPr/>
          <p:nvPr/>
        </p:nvCxnSpPr>
        <p:spPr>
          <a:xfrm>
            <a:off x="3840480" y="1965960"/>
            <a:ext cx="118872" cy="0"/>
          </a:xfrm>
          <a:prstGeom prst="line">
            <a:avLst/>
          </a:prstGeom>
          <a:ln w="1524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6" name="Oval 825"/>
          <p:cNvSpPr/>
          <p:nvPr/>
        </p:nvSpPr>
        <p:spPr>
          <a:xfrm>
            <a:off x="3959352" y="1719072"/>
            <a:ext cx="502920" cy="502920"/>
          </a:xfrm>
          <a:prstGeom prst="ellipse">
            <a:avLst/>
          </a:prstGeom>
          <a:solidFill>
            <a:srgbClr val="0A5C60"/>
          </a:solidFill>
          <a:ln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6FFFF"/>
                </a:solidFill>
                <a:latin typeface="Aptos Display"/>
              </a:rPr>
              <a:t>2</a:t>
            </a:r>
          </a:p>
        </p:txBody>
      </p:sp>
      <p:cxnSp>
        <p:nvCxnSpPr>
          <p:cNvPr id="827" name="Connector 826"/>
          <p:cNvCxnSpPr/>
          <p:nvPr/>
        </p:nvCxnSpPr>
        <p:spPr>
          <a:xfrm>
            <a:off x="4462272" y="1965960"/>
            <a:ext cx="118872" cy="0"/>
          </a:xfrm>
          <a:prstGeom prst="line">
            <a:avLst/>
          </a:prstGeom>
          <a:ln w="1524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8" name="Oval 827"/>
          <p:cNvSpPr/>
          <p:nvPr/>
        </p:nvSpPr>
        <p:spPr>
          <a:xfrm>
            <a:off x="4581144" y="1719072"/>
            <a:ext cx="502920" cy="502920"/>
          </a:xfrm>
          <a:prstGeom prst="ellipse">
            <a:avLst/>
          </a:prstGeom>
          <a:solidFill>
            <a:srgbClr val="0A5C60"/>
          </a:solidFill>
          <a:ln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6FFFF"/>
                </a:solidFill>
                <a:latin typeface="Aptos Display"/>
              </a:rPr>
              <a:t>3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3063240" y="2395728"/>
            <a:ext cx="2468880" cy="621792"/>
          </a:xfrm>
          <a:prstGeom prst="rect">
            <a:avLst/>
          </a:prstGeom>
          <a:noFill/>
        </p:spPr>
        <p:txBody>
          <a:bodyPr wrap="square" lIns="36576" tIns="9144" rIns="36576" bIns="9144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42E7D6"/>
                </a:solidFill>
                <a:latin typeface="Aptos Display"/>
              </a:defRPr>
            </a:pPr>
            <a:r>
              <a:t>Residual GCN ×3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100">
                <a:solidFill>
                  <a:srgbClr val="F6FFFF"/>
                </a:solidFill>
                <a:latin typeface="Aptos"/>
              </a:defRPr>
            </a:pPr>
            <a:r>
              <a:t>neighbor messages + skip connection</a:t>
            </a:r>
          </a:p>
        </p:txBody>
      </p:sp>
      <p:cxnSp>
        <p:nvCxnSpPr>
          <p:cNvPr id="830" name="Connector 829"/>
          <p:cNvCxnSpPr/>
          <p:nvPr/>
        </p:nvCxnSpPr>
        <p:spPr>
          <a:xfrm>
            <a:off x="5623560" y="2148840"/>
            <a:ext cx="731520" cy="0"/>
          </a:xfrm>
          <a:prstGeom prst="line">
            <a:avLst/>
          </a:prstGeom>
          <a:ln w="25400">
            <a:solidFill>
              <a:srgbClr val="42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1" name="TextBox 830"/>
          <p:cNvSpPr txBox="1"/>
          <p:nvPr/>
        </p:nvSpPr>
        <p:spPr>
          <a:xfrm>
            <a:off x="6336792" y="1673352"/>
            <a:ext cx="1737360" cy="1143000"/>
          </a:xfrm>
          <a:prstGeom prst="rect">
            <a:avLst/>
          </a:prstGeom>
          <a:noFill/>
        </p:spPr>
        <p:txBody>
          <a:bodyPr wrap="square" lIns="36576" tIns="9144" rIns="36576" bIns="9144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42E7D6"/>
                </a:solidFill>
                <a:latin typeface="Aptos Display"/>
              </a:defRPr>
            </a:pPr>
            <a:r>
              <a:t>8-class output</a:t>
            </a:r>
          </a:p>
          <a:p>
            <a:pPr algn="ctr">
              <a:lnSpc>
                <a:spcPct val="104000"/>
              </a:lnSpc>
              <a:spcAft>
                <a:spcPts val="300"/>
              </a:spcAft>
              <a:defRPr sz="1060">
                <a:solidFill>
                  <a:srgbClr val="F6FFFF"/>
                </a:solidFill>
                <a:latin typeface="Aptos"/>
              </a:defRPr>
            </a:pPr>
            <a:r>
              <a:t>Basophil, Eosinophil, ... Platelet</a:t>
            </a:r>
          </a:p>
        </p:txBody>
      </p:sp>
      <p:sp>
        <p:nvSpPr>
          <p:cNvPr id="832" name="TextBox 831"/>
          <p:cNvSpPr txBox="1"/>
          <p:nvPr/>
        </p:nvSpPr>
        <p:spPr>
          <a:xfrm>
            <a:off x="1078992" y="3822191"/>
            <a:ext cx="71323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 lnSpcReduction="20000"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rPr dirty="0"/>
              <a:t>› Neighboring regions can share information before classification.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rPr dirty="0"/>
              <a:t>› This is useful when class differences are small and local.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rPr dirty="0"/>
              <a:t>› Skip connections reduce information loss across graph layers.</a:t>
            </a:r>
          </a:p>
        </p:txBody>
      </p:sp>
    </p:spTree>
    <p:extLst>
      <p:ext uri="{BB962C8B-B14F-4D97-AF65-F5344CB8AC3E}">
        <p14:creationId xmlns:p14="http://schemas.microsoft.com/office/powerpoint/2010/main" val="52423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F4B4C414-B829-52B0-2AA2-2062177B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5D9A969A-D08D-26D2-A1E4-DC4B78FBC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 dirty="0">
                <a:solidFill>
                  <a:srgbClr val="F6FFFF"/>
                </a:solidFill>
                <a:latin typeface="Aptos Display"/>
              </a:rPr>
              <a:t>Ablation Study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AC9ED878-8979-9E5C-57C9-1DB7EA7640ED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6" name="Picture 765" descr="ablation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6681"/>
            <a:ext cx="3840480" cy="1832956"/>
          </a:xfrm>
          <a:prstGeom prst="rect">
            <a:avLst/>
          </a:prstGeom>
          <a:ln w="10160">
            <a:solidFill>
              <a:srgbClr val="42E7D6"/>
            </a:solidFill>
          </a:ln>
        </p:spPr>
      </p:pic>
      <p:sp>
        <p:nvSpPr>
          <p:cNvPr id="767" name="Rounded Rectangle 766"/>
          <p:cNvSpPr/>
          <p:nvPr/>
        </p:nvSpPr>
        <p:spPr>
          <a:xfrm>
            <a:off x="4709160" y="1115568"/>
            <a:ext cx="3749039" cy="347472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68" name="Table 767"/>
          <p:cNvGraphicFramePr>
            <a:graphicFrameLocks noGrp="1"/>
          </p:cNvGraphicFramePr>
          <p:nvPr/>
        </p:nvGraphicFramePr>
        <p:xfrm>
          <a:off x="4892040" y="1417320"/>
          <a:ext cx="340156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6FFFF"/>
                          </a:solidFill>
                          <a:latin typeface="Aptos"/>
                        </a:rPr>
                        <a:t>Experiment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6FFFF"/>
                          </a:solidFill>
                          <a:latin typeface="Aptos"/>
                        </a:rPr>
                        <a:t>Change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6FFFF"/>
                          </a:solidFill>
                          <a:latin typeface="Aptos"/>
                        </a:rPr>
                        <a:t>Macro-F1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A0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Remove GCN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89.20%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A1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Remove attention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90.83%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Dropout 0.30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Final selected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91.87%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GraphSAGE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Change GNN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90.52%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9" name="TextBox 768"/>
          <p:cNvSpPr txBox="1"/>
          <p:nvPr/>
        </p:nvSpPr>
        <p:spPr>
          <a:xfrm>
            <a:off x="4892040" y="3721608"/>
            <a:ext cx="3401568" cy="54864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140">
                <a:solidFill>
                  <a:srgbClr val="F6FFFF"/>
                </a:solidFill>
                <a:latin typeface="Aptos"/>
              </a:defRPr>
            </a:pPr>
            <a:r>
              <a:rPr dirty="0"/>
              <a:t>› </a:t>
            </a:r>
            <a:r>
              <a:rPr lang="en-US" dirty="0"/>
              <a:t>G</a:t>
            </a:r>
            <a:r>
              <a:rPr dirty="0"/>
              <a:t>raph reasoning helped, but the attention block was not needed in the final pipeline.</a:t>
            </a:r>
          </a:p>
        </p:txBody>
      </p:sp>
    </p:spTree>
    <p:extLst>
      <p:ext uri="{BB962C8B-B14F-4D97-AF65-F5344CB8AC3E}">
        <p14:creationId xmlns:p14="http://schemas.microsoft.com/office/powerpoint/2010/main" val="406927169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966D87ED-25F2-999C-7A3E-29744D56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4DBD6AAC-C790-38A0-E4D4-2F028B59EF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 dirty="0">
                <a:solidFill>
                  <a:srgbClr val="F6FFFF"/>
                </a:solidFill>
                <a:latin typeface="Aptos Display"/>
              </a:rPr>
              <a:t>Final Configuration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76394FC4-A2E4-9191-622D-B4FD56F84DC2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Rounded Rectangle 765"/>
          <p:cNvSpPr/>
          <p:nvPr/>
        </p:nvSpPr>
        <p:spPr>
          <a:xfrm>
            <a:off x="685800" y="1078992"/>
            <a:ext cx="7863840" cy="361188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67" name="Table 766"/>
          <p:cNvGraphicFramePr>
            <a:graphicFrameLocks noGrp="1"/>
          </p:cNvGraphicFramePr>
          <p:nvPr/>
        </p:nvGraphicFramePr>
        <p:xfrm>
          <a:off x="914400" y="1325880"/>
          <a:ext cx="484631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1">
                          <a:solidFill>
                            <a:srgbClr val="F6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1">
                          <a:solidFill>
                            <a:srgbClr val="F6FFFF"/>
                          </a:solidFill>
                          <a:latin typeface="Aptos"/>
                        </a:rPr>
                        <a:t>Final choice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Backbone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Frozen ImageNet ResNet50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224×224×3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Feature map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7×7×2048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Graph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49 nodes, four-neighbor, self-loops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GNN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Residual GCN, 3 layers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Hidden dims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256 → 256 → 128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Dropout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0">
                          <a:solidFill>
                            <a:srgbClr val="DAFFF9"/>
                          </a:solidFill>
                          <a:latin typeface="Aptos"/>
                        </a:rPr>
                        <a:t>GCN 0.30, classifier 0.35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68" name="Rounded Rectangle 767"/>
          <p:cNvSpPr/>
          <p:nvPr/>
        </p:nvSpPr>
        <p:spPr>
          <a:xfrm>
            <a:off x="6035040" y="1325880"/>
            <a:ext cx="2148840" cy="278892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TextBox 768"/>
          <p:cNvSpPr txBox="1"/>
          <p:nvPr/>
        </p:nvSpPr>
        <p:spPr>
          <a:xfrm>
            <a:off x="6254496" y="1719072"/>
            <a:ext cx="1691640" cy="694944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42E7D6"/>
                </a:solidFill>
                <a:latin typeface="Aptos Display"/>
              </a:defRPr>
            </a:pPr>
            <a:r>
              <a:t>92.64%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Validation accuracy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6254496" y="2514600"/>
            <a:ext cx="1691640" cy="694944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42E7D6"/>
                </a:solidFill>
                <a:latin typeface="Aptos Display"/>
              </a:defRPr>
            </a:pPr>
            <a:r>
              <a:t>91.87%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Validation macro-F1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6254496" y="3310128"/>
            <a:ext cx="1691640" cy="694944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42E7D6"/>
                </a:solidFill>
                <a:latin typeface="Aptos Display"/>
              </a:defRPr>
            </a:pPr>
            <a:r>
              <a:t>99.41%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Validation macro-AUC</a:t>
            </a:r>
          </a:p>
        </p:txBody>
      </p:sp>
    </p:spTree>
    <p:extLst>
      <p:ext uri="{BB962C8B-B14F-4D97-AF65-F5344CB8AC3E}">
        <p14:creationId xmlns:p14="http://schemas.microsoft.com/office/powerpoint/2010/main" val="182347169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3B3D0CDB-BBC0-3AAC-FDD3-0A68F739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C0985928-AA6D-CAF3-7CC3-7A186435A5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 dirty="0">
                <a:solidFill>
                  <a:srgbClr val="F6FFFF"/>
                </a:solidFill>
                <a:latin typeface="Aptos Display"/>
              </a:rPr>
              <a:t>Final Test Results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8BB5CA4A-A036-5315-0040-2AEF39EA9DEC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Rounded Rectangle 765"/>
          <p:cNvSpPr/>
          <p:nvPr/>
        </p:nvSpPr>
        <p:spPr>
          <a:xfrm>
            <a:off x="658368" y="1097280"/>
            <a:ext cx="7955279" cy="356616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TextBox 766"/>
          <p:cNvSpPr txBox="1"/>
          <p:nvPr/>
        </p:nvSpPr>
        <p:spPr>
          <a:xfrm>
            <a:off x="868680" y="1417320"/>
            <a:ext cx="1600200" cy="777240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42E7D6"/>
                </a:solidFill>
                <a:latin typeface="Aptos Display"/>
              </a:defRPr>
            </a:pPr>
            <a:r>
              <a:t>91.82%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487168" y="1417320"/>
            <a:ext cx="1600200" cy="777240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42E7D6"/>
                </a:solidFill>
                <a:latin typeface="Aptos Display"/>
              </a:defRPr>
            </a:pPr>
            <a:r>
              <a:t>91.74%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Macro precision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4114800" y="1417320"/>
            <a:ext cx="1600200" cy="777240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42E7D6"/>
                </a:solidFill>
                <a:latin typeface="Aptos Display"/>
              </a:defRPr>
            </a:pPr>
            <a:r>
              <a:t>90.87%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Macro recall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5742432" y="1417320"/>
            <a:ext cx="1600200" cy="777240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42E7D6"/>
                </a:solidFill>
                <a:latin typeface="Aptos Display"/>
              </a:defRPr>
            </a:pPr>
            <a:r>
              <a:t>91.18%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Macro-F1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7360920" y="1417320"/>
            <a:ext cx="1005840" cy="777240"/>
          </a:xfrm>
          <a:prstGeom prst="rect">
            <a:avLst/>
          </a:prstGeom>
          <a:noFill/>
        </p:spPr>
        <p:txBody>
          <a:bodyPr wrap="square" lIns="18288" tIns="0" rIns="18288" bIns="0">
            <a:norm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42E7D6"/>
                </a:solidFill>
                <a:latin typeface="Aptos Display"/>
              </a:defRPr>
            </a:pPr>
            <a:r>
              <a:t>99.33%</a:t>
            </a:r>
          </a:p>
          <a:p>
            <a:pPr algn="ctr">
              <a:defRPr sz="1150">
                <a:solidFill>
                  <a:srgbClr val="DAFFF9"/>
                </a:solidFill>
                <a:latin typeface="Aptos"/>
              </a:defRPr>
            </a:pPr>
            <a:r>
              <a:t>Macro ROC-AUC</a:t>
            </a:r>
          </a:p>
        </p:txBody>
      </p:sp>
      <p:graphicFrame>
        <p:nvGraphicFramePr>
          <p:cNvPr id="772" name="Table 771"/>
          <p:cNvGraphicFramePr>
            <a:graphicFrameLocks noGrp="1"/>
          </p:cNvGraphicFramePr>
          <p:nvPr/>
        </p:nvGraphicFramePr>
        <p:xfrm>
          <a:off x="960120" y="2606040"/>
          <a:ext cx="3428999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689"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6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6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89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Weighted-F1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91.90%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89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Cohen’s Kappa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0.9043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89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MCC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0.9049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92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Inference/image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DAFFF9"/>
                          </a:solidFill>
                          <a:latin typeface="Aptos"/>
                        </a:rPr>
                        <a:t>5.186 ms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3" name="TextBox 772"/>
          <p:cNvSpPr txBox="1"/>
          <p:nvPr/>
        </p:nvSpPr>
        <p:spPr>
          <a:xfrm>
            <a:off x="4800600" y="2615184"/>
            <a:ext cx="338328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85000" lnSpcReduction="10000"/>
          </a:bodyPr>
          <a:lstStyle/>
          <a:p>
            <a:pPr>
              <a:spcAft>
                <a:spcPts val="500"/>
              </a:spcAft>
              <a:defRPr sz="1450" b="1">
                <a:solidFill>
                  <a:srgbClr val="42E7D6"/>
                </a:solidFill>
                <a:latin typeface="Aptos Display"/>
              </a:defRPr>
            </a:pPr>
            <a:r>
              <a:rPr lang="en-US" dirty="0"/>
              <a:t>Outcomes</a:t>
            </a:r>
            <a:endParaRPr dirty="0"/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rPr dirty="0"/>
              <a:t>› The final model was evaluated after the architecture was locked.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rPr dirty="0"/>
              <a:t>› Results are from the untouched </a:t>
            </a:r>
            <a:r>
              <a:rPr dirty="0" err="1"/>
              <a:t>BloodMNIST</a:t>
            </a:r>
            <a:r>
              <a:rPr dirty="0"/>
              <a:t> test set.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rPr dirty="0"/>
              <a:t>› Macro-F1 confirms balanced performance across classes.</a:t>
            </a:r>
          </a:p>
        </p:txBody>
      </p:sp>
    </p:spTree>
    <p:extLst>
      <p:ext uri="{BB962C8B-B14F-4D97-AF65-F5344CB8AC3E}">
        <p14:creationId xmlns:p14="http://schemas.microsoft.com/office/powerpoint/2010/main" val="366086396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B3DDEDDD-3799-D8EE-DE21-CE7C031E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2F2A39BB-F113-AD95-2BF2-3E074361BF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6FFFF"/>
                </a:solidFill>
                <a:latin typeface="Aptos Display"/>
              </a:rPr>
              <a:t>Class-Level Performance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469C483B-0A69-A802-8FA2-28B35C643CE3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Rounded Rectangle 766"/>
          <p:cNvSpPr/>
          <p:nvPr/>
        </p:nvSpPr>
        <p:spPr>
          <a:xfrm>
            <a:off x="4905800" y="1078992"/>
            <a:ext cx="3643840" cy="361188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TextBox 768"/>
          <p:cNvSpPr txBox="1"/>
          <p:nvPr/>
        </p:nvSpPr>
        <p:spPr>
          <a:xfrm>
            <a:off x="5439631" y="3951423"/>
            <a:ext cx="27889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080">
                <a:solidFill>
                  <a:srgbClr val="F6FFFF"/>
                </a:solidFill>
                <a:latin typeface="Aptos"/>
              </a:defRPr>
            </a:pPr>
            <a:r>
              <a:rPr dirty="0"/>
              <a:t>› </a:t>
            </a:r>
            <a:r>
              <a:rPr lang="en-US" dirty="0"/>
              <a:t>M</a:t>
            </a:r>
            <a:r>
              <a:rPr dirty="0"/>
              <a:t>ost errors concentrate around visually similar granulocyte/monocyte regions.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FE76AD-5397-EFD8-ADD1-3D334500AEE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8385" y="950976"/>
            <a:ext cx="4000500" cy="3629025"/>
          </a:xfrm>
          <a:prstGeom prst="rect">
            <a:avLst/>
          </a:prstGeom>
        </p:spPr>
      </p:pic>
      <p:pic>
        <p:nvPicPr>
          <p:cNvPr id="4" name="table">
            <a:extLst>
              <a:ext uri="{FF2B5EF4-FFF2-40B4-BE49-F238E27FC236}">
                <a16:creationId xmlns:a16="http://schemas.microsoft.com/office/drawing/2014/main" id="{E19D27E7-85C7-6551-3AA3-E25A68970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080" y="1482543"/>
            <a:ext cx="3383280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89420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DD16B406-310D-8FA0-B191-D17101F8B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6C793A09-56E2-AFF0-BB84-3D6CB0534A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6FFFF"/>
                </a:solidFill>
                <a:latin typeface="Aptos Display"/>
              </a:rPr>
              <a:t>Comparison with the Best CNN Baseline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BAF9DC97-37B8-4B37-318E-0F744B4E6C43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6" name="Picture 765" descr="fin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57597"/>
            <a:ext cx="4389120" cy="2159725"/>
          </a:xfrm>
          <a:prstGeom prst="rect">
            <a:avLst/>
          </a:prstGeom>
          <a:ln w="10160">
            <a:solidFill>
              <a:srgbClr val="42E7D6"/>
            </a:solidFill>
          </a:ln>
        </p:spPr>
      </p:pic>
      <p:sp>
        <p:nvSpPr>
          <p:cNvPr id="767" name="Rounded Rectangle 766"/>
          <p:cNvSpPr/>
          <p:nvPr/>
        </p:nvSpPr>
        <p:spPr>
          <a:xfrm>
            <a:off x="5349240" y="1097280"/>
            <a:ext cx="3200400" cy="288036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68" name="Table 767"/>
          <p:cNvGraphicFramePr>
            <a:graphicFrameLocks noGrp="1"/>
          </p:cNvGraphicFramePr>
          <p:nvPr/>
        </p:nvGraphicFramePr>
        <p:xfrm>
          <a:off x="5532120" y="1417320"/>
          <a:ext cx="283463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6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6FFFF"/>
                          </a:solidFill>
                          <a:latin typeface="Aptos"/>
                        </a:rPr>
                        <a:t>Acc.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6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MobileNetV3Large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91.26%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90.38%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Original GCN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91.61%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90.59%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Final GCN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91.82%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FFF9"/>
                          </a:solidFill>
                          <a:latin typeface="Aptos"/>
                        </a:rPr>
                        <a:t>91.18%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9" name="TextBox 768"/>
          <p:cNvSpPr txBox="1"/>
          <p:nvPr/>
        </p:nvSpPr>
        <p:spPr>
          <a:xfrm>
            <a:off x="5532120" y="2926080"/>
            <a:ext cx="2816352" cy="9144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77500" lnSpcReduction="20000"/>
          </a:bodyPr>
          <a:lstStyle/>
          <a:p>
            <a:pPr>
              <a:spcAft>
                <a:spcPts val="500"/>
              </a:spcAft>
              <a:defRPr sz="1310" b="1">
                <a:solidFill>
                  <a:srgbClr val="42E7D6"/>
                </a:solidFill>
                <a:latin typeface="Aptos Display"/>
              </a:defRPr>
            </a:pPr>
            <a:r>
              <a:rPr lang="en-US" dirty="0"/>
              <a:t>Outcomes</a:t>
            </a:r>
            <a:endParaRPr dirty="0"/>
          </a:p>
          <a:p>
            <a:pPr>
              <a:lnSpc>
                <a:spcPct val="104000"/>
              </a:lnSpc>
              <a:spcAft>
                <a:spcPts val="400"/>
              </a:spcAft>
              <a:defRPr sz="1160">
                <a:solidFill>
                  <a:srgbClr val="F6FFFF"/>
                </a:solidFill>
                <a:latin typeface="Aptos"/>
              </a:defRPr>
            </a:pPr>
            <a:r>
              <a:rPr dirty="0"/>
              <a:t>› +0.56 pp accuracy over Task 2 MobileNetV3Large.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60">
                <a:solidFill>
                  <a:srgbClr val="F6FFFF"/>
                </a:solidFill>
                <a:latin typeface="Aptos"/>
              </a:defRPr>
            </a:pPr>
            <a:r>
              <a:rPr dirty="0"/>
              <a:t>› +0.80 pp macro-F1 over Task 2 MobileNetV3Large.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60">
                <a:solidFill>
                  <a:srgbClr val="F6FFFF"/>
                </a:solidFill>
                <a:latin typeface="Aptos"/>
              </a:defRPr>
            </a:pPr>
            <a:r>
              <a:rPr dirty="0"/>
              <a:t>› The gain is modest but consistent across key metrics.</a:t>
            </a:r>
          </a:p>
        </p:txBody>
      </p:sp>
    </p:spTree>
    <p:extLst>
      <p:ext uri="{BB962C8B-B14F-4D97-AF65-F5344CB8AC3E}">
        <p14:creationId xmlns:p14="http://schemas.microsoft.com/office/powerpoint/2010/main" val="57739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7F21FBFA-C26C-57D5-0586-B06FDBF3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00CC2B6D-13C1-B15A-4561-909D01569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6FFFF"/>
                </a:solidFill>
                <a:latin typeface="Aptos Display"/>
              </a:rPr>
              <a:t>Cross-Validation and Statistical Tests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087CBB10-1CEA-1BA6-8E7B-D3FDF24EB520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6" name="Picture 765" descr="cv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94826"/>
            <a:ext cx="4251960" cy="1957251"/>
          </a:xfrm>
          <a:prstGeom prst="rect">
            <a:avLst/>
          </a:prstGeom>
          <a:ln w="10160">
            <a:solidFill>
              <a:srgbClr val="42E7D6"/>
            </a:solidFill>
          </a:ln>
        </p:spPr>
      </p:pic>
      <p:sp>
        <p:nvSpPr>
          <p:cNvPr id="767" name="Rounded Rectangle 766"/>
          <p:cNvSpPr/>
          <p:nvPr/>
        </p:nvSpPr>
        <p:spPr>
          <a:xfrm>
            <a:off x="5166360" y="1078992"/>
            <a:ext cx="3383280" cy="278892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68" name="Table 767"/>
          <p:cNvGraphicFramePr>
            <a:graphicFrameLocks noGrp="1"/>
          </p:cNvGraphicFramePr>
          <p:nvPr/>
        </p:nvGraphicFramePr>
        <p:xfrm>
          <a:off x="5349240" y="1325880"/>
          <a:ext cx="3035807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6FFFF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6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6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27432" marR="27432" marT="9144" marB="9144" anchor="ctr">
                    <a:solidFill>
                      <a:srgbClr val="00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CV macro-F1 gain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+1.28 pp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Final GCN higher in all folds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McNemar p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0.201397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Not significant</a:t>
                      </a:r>
                    </a:p>
                  </a:txBody>
                  <a:tcPr marL="27432" marR="27432" marT="9144" marB="9144" anchor="ctr">
                    <a:solidFill>
                      <a:srgbClr val="0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Wilcoxon p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0.062500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DAFFF9"/>
                          </a:solidFill>
                          <a:latin typeface="Aptos"/>
                        </a:rPr>
                        <a:t>Not significant</a:t>
                      </a:r>
                    </a:p>
                  </a:txBody>
                  <a:tcPr marL="27432" marR="27432" marT="9144" marB="9144" anchor="ctr">
                    <a:solidFill>
                      <a:srgbClr val="064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9" name="TextBox 768"/>
          <p:cNvSpPr txBox="1"/>
          <p:nvPr/>
        </p:nvSpPr>
        <p:spPr>
          <a:xfrm>
            <a:off x="5349240" y="2971800"/>
            <a:ext cx="297180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77500" lnSpcReduction="20000"/>
          </a:bodyPr>
          <a:lstStyle/>
          <a:p>
            <a:pPr>
              <a:spcAft>
                <a:spcPts val="500"/>
              </a:spcAft>
              <a:defRPr sz="1300" b="1">
                <a:solidFill>
                  <a:srgbClr val="42E7D6"/>
                </a:solidFill>
                <a:latin typeface="Aptos Display"/>
              </a:defRPr>
            </a:pPr>
            <a:r>
              <a:rPr lang="en-US" dirty="0"/>
              <a:t>Outcomes</a:t>
            </a:r>
            <a:endParaRPr dirty="0"/>
          </a:p>
          <a:p>
            <a:pPr>
              <a:lnSpc>
                <a:spcPct val="104000"/>
              </a:lnSpc>
              <a:spcAft>
                <a:spcPts val="4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rPr dirty="0"/>
              <a:t>› The improvement is stable across folds.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rPr dirty="0"/>
              <a:t>› But the statistical tests did not pass α = 0.05.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150">
                <a:solidFill>
                  <a:srgbClr val="F6FFFF"/>
                </a:solidFill>
                <a:latin typeface="Aptos"/>
              </a:defRPr>
            </a:pPr>
            <a:r>
              <a:rPr dirty="0"/>
              <a:t>› Best wording: consistent and promising, not statistically proven.</a:t>
            </a:r>
          </a:p>
        </p:txBody>
      </p:sp>
    </p:spTree>
    <p:extLst>
      <p:ext uri="{BB962C8B-B14F-4D97-AF65-F5344CB8AC3E}">
        <p14:creationId xmlns:p14="http://schemas.microsoft.com/office/powerpoint/2010/main" val="106645947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51DBD1C1-AB58-159F-A414-C29EB560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7183DB2A-2BF5-CDEC-7461-B8B279497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 dirty="0">
                <a:solidFill>
                  <a:srgbClr val="F6FFFF"/>
                </a:solidFill>
                <a:latin typeface="Aptos Display"/>
              </a:rPr>
              <a:t>Explainability</a:t>
            </a: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9E2B2BF2-4DF9-09ED-6097-506EFDB62CC3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6" name="Picture 765" descr="b5de1162bc4244f7d5515e5276151b41c6ae79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8490"/>
            <a:ext cx="3822191" cy="1872682"/>
          </a:xfrm>
          <a:prstGeom prst="rect">
            <a:avLst/>
          </a:prstGeom>
          <a:ln w="10160">
            <a:solidFill>
              <a:srgbClr val="42E7D6"/>
            </a:solidFill>
          </a:ln>
        </p:spPr>
      </p:pic>
      <p:pic>
        <p:nvPicPr>
          <p:cNvPr id="767" name="Picture 766" descr="66266463111d0f215d87e30d68a23ff8211fcc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58817"/>
            <a:ext cx="3822190" cy="1901345"/>
          </a:xfrm>
          <a:prstGeom prst="rect">
            <a:avLst/>
          </a:prstGeom>
          <a:ln w="10160">
            <a:solidFill>
              <a:srgbClr val="42E7D6"/>
            </a:solidFill>
          </a:ln>
        </p:spPr>
      </p:pic>
      <p:sp>
        <p:nvSpPr>
          <p:cNvPr id="768" name="Rounded Rectangle 767"/>
          <p:cNvSpPr/>
          <p:nvPr/>
        </p:nvSpPr>
        <p:spPr>
          <a:xfrm>
            <a:off x="4709159" y="1330452"/>
            <a:ext cx="3840480" cy="342900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TextBox 768"/>
          <p:cNvSpPr txBox="1"/>
          <p:nvPr/>
        </p:nvSpPr>
        <p:spPr>
          <a:xfrm>
            <a:off x="4960619" y="1580712"/>
            <a:ext cx="3337560" cy="26974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500"/>
              </a:spcAft>
              <a:defRPr sz="1370" b="1">
                <a:solidFill>
                  <a:srgbClr val="42E7D6"/>
                </a:solidFill>
                <a:latin typeface="Aptos Display"/>
              </a:defRPr>
            </a:pPr>
            <a:r>
              <a:rPr lang="en-US" dirty="0"/>
              <a:t>Outcomes</a:t>
            </a:r>
            <a:endParaRPr dirty="0"/>
          </a:p>
          <a:p>
            <a:pPr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F6FFFF"/>
                </a:solidFill>
                <a:latin typeface="Aptos"/>
              </a:defRPr>
            </a:pPr>
            <a:r>
              <a:rPr dirty="0"/>
              <a:t>› Grad-CAM: highlights CNN feature-map regions.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F6FFFF"/>
                </a:solidFill>
                <a:latin typeface="Aptos"/>
              </a:defRPr>
            </a:pPr>
            <a:r>
              <a:rPr dirty="0"/>
              <a:t>› LIME: shows local image regions that affect prediction.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F6FFFF"/>
                </a:solidFill>
                <a:latin typeface="Aptos"/>
              </a:defRPr>
            </a:pPr>
            <a:r>
              <a:rPr dirty="0"/>
              <a:t>› GCN node importance: explains the 49 graph nodes directly.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F6FFFF"/>
                </a:solidFill>
                <a:latin typeface="Aptos"/>
              </a:defRPr>
            </a:pPr>
            <a:r>
              <a:rPr dirty="0"/>
              <a:t>› The report compares one correct Eosinophil prediction and one Neutrophil → Eosinophil error.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F6FFFF"/>
                </a:solidFill>
                <a:latin typeface="Aptos"/>
              </a:defRPr>
            </a:pPr>
            <a:r>
              <a:rPr dirty="0"/>
              <a:t>› Interpretation: the methods are complementary, not a biological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75210669"/>
      </p:ext>
    </p:extLst>
  </p:cSld>
  <p:clrMapOvr>
    <a:masterClrMapping/>
  </p:clrMapOvr>
  <p:transition spd="slow">
    <p:wheel spokes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68256" y="347472"/>
            <a:ext cx="309892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 Display"/>
              </a:rPr>
              <a:t>Additional EDA Visuals</a:t>
            </a:r>
          </a:p>
        </p:txBody>
      </p:sp>
      <p:pic>
        <p:nvPicPr>
          <p:cNvPr id="3" name="Picture 2" descr="p04_img1_790x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43484"/>
            <a:ext cx="3794760" cy="23537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135545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RGB distribution across splits</a:t>
            </a:r>
          </a:p>
        </p:txBody>
      </p:sp>
      <p:pic>
        <p:nvPicPr>
          <p:cNvPr id="5" name="Picture 4" descr="p05_img1_987x5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543485"/>
            <a:ext cx="3794760" cy="2311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7718" y="4135545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Potential quality flags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Baseline Loss Curves I</a:t>
            </a:r>
          </a:p>
        </p:txBody>
      </p:sp>
      <p:pic>
        <p:nvPicPr>
          <p:cNvPr id="3" name="Picture 2" descr="p03_img1_576x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21541"/>
            <a:ext cx="3794760" cy="29975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DenseNet121</a:t>
            </a:r>
          </a:p>
        </p:txBody>
      </p:sp>
      <p:pic>
        <p:nvPicPr>
          <p:cNvPr id="5" name="Picture 4" descr="p05_img1_567x4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197751"/>
            <a:ext cx="3794760" cy="3045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ResNet50</a:t>
            </a: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Baseline Loss Curves II</a:t>
            </a:r>
          </a:p>
        </p:txBody>
      </p:sp>
      <p:pic>
        <p:nvPicPr>
          <p:cNvPr id="3" name="Picture 2" descr="p06_img2_569x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03102"/>
            <a:ext cx="3794760" cy="3034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EfficientNetB0</a:t>
            </a:r>
          </a:p>
        </p:txBody>
      </p:sp>
      <p:pic>
        <p:nvPicPr>
          <p:cNvPr id="5" name="Picture 4" descr="p08_img2_567x4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197751"/>
            <a:ext cx="3794760" cy="3045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MobileNetV3Large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CNN Baseline Confusion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724912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DenseNet121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724912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ResNet50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EfficientNetB0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709160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MobileNetV3Large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40F6ED-3B27-93F7-0D64-AA4648804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10" y="972338"/>
            <a:ext cx="2443299" cy="17373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23B031-DB03-E364-E8DB-9F4254996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90" y="972338"/>
            <a:ext cx="2426118" cy="17251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8A063A-8BC4-DB8F-47AA-19EB31D9D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809" y="2948940"/>
            <a:ext cx="2443299" cy="17373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113BAA-F0D4-4A8B-9273-9DA2A4F0F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891" y="2944368"/>
            <a:ext cx="2426118" cy="172514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CNN Baseline ROC Curves</a:t>
            </a:r>
          </a:p>
        </p:txBody>
      </p:sp>
      <p:pic>
        <p:nvPicPr>
          <p:cNvPr id="3" name="Picture 2" descr="p04_img2_589x4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14" y="960120"/>
            <a:ext cx="223429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724912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DenseNet121</a:t>
            </a:r>
          </a:p>
        </p:txBody>
      </p:sp>
      <p:pic>
        <p:nvPicPr>
          <p:cNvPr id="5" name="Picture 4" descr="p06_img1_589x4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394" y="960120"/>
            <a:ext cx="223429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2724912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ResNet50</a:t>
            </a:r>
          </a:p>
        </p:txBody>
      </p:sp>
      <p:pic>
        <p:nvPicPr>
          <p:cNvPr id="7" name="Picture 6" descr="p07_img2_589x4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314" y="2944368"/>
            <a:ext cx="223429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709160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EfficientNetB0</a:t>
            </a:r>
          </a:p>
        </p:txBody>
      </p:sp>
      <p:pic>
        <p:nvPicPr>
          <p:cNvPr id="9" name="Picture 8" descr="p09_img1_589x4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394" y="2944368"/>
            <a:ext cx="223429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4709160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MobileNetV3Large</a:t>
            </a: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BloodNet Ablation: Loss, Confusion Matrix and ROC</a:t>
            </a:r>
          </a:p>
        </p:txBody>
      </p:sp>
      <p:pic>
        <p:nvPicPr>
          <p:cNvPr id="3" name="Picture 2" descr="p13_img1_554x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70" y="960120"/>
            <a:ext cx="2115378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2724912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Loss curve</a:t>
            </a:r>
          </a:p>
        </p:txBody>
      </p:sp>
      <p:pic>
        <p:nvPicPr>
          <p:cNvPr id="5" name="Picture 4" descr="p14_img1_1111x7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90" y="960120"/>
            <a:ext cx="2443299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2724912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Confusion matrix</a:t>
            </a:r>
          </a:p>
        </p:txBody>
      </p:sp>
      <p:pic>
        <p:nvPicPr>
          <p:cNvPr id="7" name="Picture 6" descr="p14_img2_589x4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314" y="2944368"/>
            <a:ext cx="223429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709160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ROC curves</a:t>
            </a:r>
          </a:p>
        </p:txBody>
      </p:sp>
      <p:pic>
        <p:nvPicPr>
          <p:cNvPr id="9" name="Picture 8" descr="p15_img1_2048x10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345" y="2944368"/>
            <a:ext cx="3398388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4709160"/>
            <a:ext cx="3886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LIME explanations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7307" y="347472"/>
            <a:ext cx="582082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 Display"/>
              </a:rPr>
              <a:t>Explainability: ResNet50 and EfficientNetB0</a:t>
            </a:r>
          </a:p>
        </p:txBody>
      </p:sp>
      <p:pic>
        <p:nvPicPr>
          <p:cNvPr id="3" name="Picture 2" descr="p10_img1_1541x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0102"/>
            <a:ext cx="3794760" cy="1940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066508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ResNet50 Grad-CAM</a:t>
            </a:r>
          </a:p>
        </p:txBody>
      </p:sp>
      <p:pic>
        <p:nvPicPr>
          <p:cNvPr id="5" name="Picture 4" descr="p11_img1_1541x7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750102"/>
            <a:ext cx="3794760" cy="19404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7719" y="4066508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EfficientNetB0 Grad-CAM</a:t>
            </a:r>
          </a:p>
        </p:txBody>
      </p:sp>
    </p:spTree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69876" y="347472"/>
            <a:ext cx="649568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 Display"/>
              </a:rPr>
              <a:t>LIME Explainability: ResNet50 and EfficientNetB0</a:t>
            </a:r>
          </a:p>
        </p:txBody>
      </p:sp>
      <p:pic>
        <p:nvPicPr>
          <p:cNvPr id="3" name="Picture 2" descr="p10_img2_2048x1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0341"/>
            <a:ext cx="3794760" cy="19399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059364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ResNet50 LIME</a:t>
            </a:r>
          </a:p>
        </p:txBody>
      </p:sp>
      <p:pic>
        <p:nvPicPr>
          <p:cNvPr id="5" name="Picture 4" descr="p11_img2_2048x10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750341"/>
            <a:ext cx="3794760" cy="19399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82027" y="4059364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EfficientNetB0 LIME</a:t>
            </a: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0100" y="347472"/>
            <a:ext cx="625523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 Display"/>
              </a:rPr>
              <a:t>Explainability: MobileNetV3Large and </a:t>
            </a:r>
            <a:r>
              <a:rPr sz="2300" b="1" dirty="0" err="1">
                <a:solidFill>
                  <a:srgbClr val="FFFFFF"/>
                </a:solidFill>
                <a:latin typeface="Aptos Display"/>
              </a:rPr>
              <a:t>BloodNet</a:t>
            </a:r>
            <a:endParaRPr sz="2300" b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3" name="Picture 2" descr="p12_img1_1541x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0102"/>
            <a:ext cx="3794760" cy="1940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045077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MobileNetV3Large Grad-CAM</a:t>
            </a:r>
          </a:p>
        </p:txBody>
      </p:sp>
      <p:pic>
        <p:nvPicPr>
          <p:cNvPr id="5" name="Picture 4" descr="p15_img2_1541x7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750102"/>
            <a:ext cx="3794760" cy="19404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4045077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BloodNet Grad-CAM</a:t>
            </a: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Final Residual GCN ROC and Precision–Recall Curves</a:t>
            </a:r>
          </a:p>
        </p:txBody>
      </p:sp>
      <p:pic>
        <p:nvPicPr>
          <p:cNvPr id="3" name="Picture 2" descr="p14_img1_989x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04738"/>
            <a:ext cx="3794760" cy="30312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One-vs-rest ROC curves</a:t>
            </a:r>
          </a:p>
        </p:txBody>
      </p:sp>
      <p:pic>
        <p:nvPicPr>
          <p:cNvPr id="5" name="Picture 4" descr="p14_img2_989x7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204738"/>
            <a:ext cx="3794760" cy="30312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Precision–recall curves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Final XAI Details: Grad-CAM and LIME</a:t>
            </a:r>
          </a:p>
        </p:txBody>
      </p:sp>
      <p:pic>
        <p:nvPicPr>
          <p:cNvPr id="3" name="Picture 2" descr="p21_img1_778x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16" y="1051560"/>
            <a:ext cx="3286862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Grad-CAM on selected cases</a:t>
            </a:r>
          </a:p>
        </p:txBody>
      </p:sp>
      <p:pic>
        <p:nvPicPr>
          <p:cNvPr id="5" name="Picture 4" descr="p22_img1_796x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790719"/>
            <a:ext cx="3794760" cy="1859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4416552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LIME on selected cases</a:t>
            </a:r>
          </a:p>
        </p:txBody>
      </p:sp>
    </p:spTree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Final XAI Details: GCN Node Importance and Combined View</a:t>
            </a:r>
          </a:p>
        </p:txBody>
      </p:sp>
      <p:pic>
        <p:nvPicPr>
          <p:cNvPr id="3" name="Picture 2" descr="p22_img2_784x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6490"/>
            <a:ext cx="3794760" cy="1887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995070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GCN node-importance maps</a:t>
            </a:r>
          </a:p>
        </p:txBody>
      </p:sp>
      <p:pic>
        <p:nvPicPr>
          <p:cNvPr id="5" name="Picture 4" descr="p23_img1_1550x7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747167"/>
            <a:ext cx="3794760" cy="1946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3995070"/>
            <a:ext cx="3794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8E8DA"/>
                </a:solidFill>
                <a:latin typeface="Aptos"/>
              </a:rPr>
              <a:t>Original + Grad-CAM + LIME + node importance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3E59C94E-01D7-9B27-716E-AA76D0AA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>
            <a:extLst>
              <a:ext uri="{FF2B5EF4-FFF2-40B4-BE49-F238E27FC236}">
                <a16:creationId xmlns:a16="http://schemas.microsoft.com/office/drawing/2014/main" id="{22C275AF-82D6-B5E4-F772-E188B84D8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84048"/>
            <a:ext cx="7955279" cy="566928"/>
          </a:xfrm>
          <a:prstGeom prst="rect">
            <a:avLst/>
          </a:prstGeom>
        </p:spPr>
        <p:txBody>
          <a:bodyPr spcFirstLastPara="1" wrap="square" lIns="27432" tIns="9144" rIns="27432" bIns="9144" anchor="t" anchorCtr="0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2700" b="1" dirty="0">
                <a:solidFill>
                  <a:srgbClr val="F6FFFF"/>
                </a:solidFill>
                <a:latin typeface="Aptos Display"/>
              </a:rPr>
              <a:t>Conclusion</a:t>
            </a:r>
            <a:endParaRPr sz="2700" b="1" dirty="0">
              <a:solidFill>
                <a:srgbClr val="F6FFFF"/>
              </a:solidFill>
              <a:latin typeface="Aptos Display"/>
            </a:endParaRPr>
          </a:p>
        </p:txBody>
      </p:sp>
      <p:sp>
        <p:nvSpPr>
          <p:cNvPr id="765" name="Google Shape;765;p46">
            <a:extLst>
              <a:ext uri="{FF2B5EF4-FFF2-40B4-BE49-F238E27FC236}">
                <a16:creationId xmlns:a16="http://schemas.microsoft.com/office/drawing/2014/main" id="{BA1CF0F1-CF30-8CDC-608B-D6B40C15720A}"/>
              </a:ext>
            </a:extLst>
          </p:cNvPr>
          <p:cNvSpPr/>
          <p:nvPr/>
        </p:nvSpPr>
        <p:spPr>
          <a:xfrm>
            <a:off x="4054392" y="4354975"/>
            <a:ext cx="851408" cy="945766"/>
          </a:xfrm>
          <a:custGeom>
            <a:avLst/>
            <a:gdLst/>
            <a:ahLst/>
            <a:cxnLst/>
            <a:rect l="l" t="t" r="r" b="b"/>
            <a:pathLst>
              <a:path w="14004" h="15556" extrusionOk="0">
                <a:moveTo>
                  <a:pt x="13249" y="0"/>
                </a:moveTo>
                <a:cubicBezTo>
                  <a:pt x="12865" y="0"/>
                  <a:pt x="12525" y="311"/>
                  <a:pt x="12510" y="710"/>
                </a:cubicBezTo>
                <a:cubicBezTo>
                  <a:pt x="12510" y="887"/>
                  <a:pt x="12569" y="1065"/>
                  <a:pt x="12672" y="1198"/>
                </a:cubicBezTo>
                <a:lnTo>
                  <a:pt x="8503" y="5367"/>
                </a:lnTo>
                <a:lnTo>
                  <a:pt x="8503" y="5412"/>
                </a:lnTo>
                <a:lnTo>
                  <a:pt x="8503" y="12287"/>
                </a:lnTo>
                <a:lnTo>
                  <a:pt x="6048" y="14742"/>
                </a:lnTo>
                <a:lnTo>
                  <a:pt x="1538" y="14742"/>
                </a:lnTo>
                <a:cubicBezTo>
                  <a:pt x="1524" y="14579"/>
                  <a:pt x="1450" y="14417"/>
                  <a:pt x="1331" y="14298"/>
                </a:cubicBezTo>
                <a:cubicBezTo>
                  <a:pt x="1184" y="14150"/>
                  <a:pt x="995" y="14077"/>
                  <a:pt x="807" y="14077"/>
                </a:cubicBezTo>
                <a:cubicBezTo>
                  <a:pt x="618" y="14077"/>
                  <a:pt x="429" y="14150"/>
                  <a:pt x="282" y="14298"/>
                </a:cubicBezTo>
                <a:cubicBezTo>
                  <a:pt x="1" y="14579"/>
                  <a:pt x="1" y="15052"/>
                  <a:pt x="282" y="15333"/>
                </a:cubicBezTo>
                <a:cubicBezTo>
                  <a:pt x="429" y="15481"/>
                  <a:pt x="618" y="15555"/>
                  <a:pt x="807" y="15555"/>
                </a:cubicBezTo>
                <a:cubicBezTo>
                  <a:pt x="995" y="15555"/>
                  <a:pt x="1184" y="15481"/>
                  <a:pt x="1331" y="15333"/>
                </a:cubicBezTo>
                <a:cubicBezTo>
                  <a:pt x="1435" y="15230"/>
                  <a:pt x="1509" y="15097"/>
                  <a:pt x="1524" y="14949"/>
                </a:cubicBezTo>
                <a:lnTo>
                  <a:pt x="6137" y="14949"/>
                </a:lnTo>
                <a:lnTo>
                  <a:pt x="8725" y="12376"/>
                </a:lnTo>
                <a:lnTo>
                  <a:pt x="8725" y="12332"/>
                </a:lnTo>
                <a:lnTo>
                  <a:pt x="8725" y="5471"/>
                </a:lnTo>
                <a:lnTo>
                  <a:pt x="12835" y="1346"/>
                </a:lnTo>
                <a:cubicBezTo>
                  <a:pt x="12953" y="1420"/>
                  <a:pt x="13086" y="1464"/>
                  <a:pt x="13220" y="1479"/>
                </a:cubicBezTo>
                <a:cubicBezTo>
                  <a:pt x="13229" y="1479"/>
                  <a:pt x="13238" y="1479"/>
                  <a:pt x="13247" y="1479"/>
                </a:cubicBezTo>
                <a:cubicBezTo>
                  <a:pt x="13648" y="1479"/>
                  <a:pt x="13974" y="1159"/>
                  <a:pt x="13988" y="769"/>
                </a:cubicBezTo>
                <a:cubicBezTo>
                  <a:pt x="14003" y="547"/>
                  <a:pt x="13914" y="355"/>
                  <a:pt x="13781" y="222"/>
                </a:cubicBezTo>
                <a:cubicBezTo>
                  <a:pt x="13648" y="89"/>
                  <a:pt x="13471" y="0"/>
                  <a:pt x="13279" y="0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Rounded Rectangle 765"/>
          <p:cNvSpPr/>
          <p:nvPr/>
        </p:nvSpPr>
        <p:spPr>
          <a:xfrm>
            <a:off x="749808" y="1097280"/>
            <a:ext cx="3886200" cy="342900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TextBox 766"/>
          <p:cNvSpPr txBox="1"/>
          <p:nvPr/>
        </p:nvSpPr>
        <p:spPr>
          <a:xfrm>
            <a:off x="960120" y="1353312"/>
            <a:ext cx="3429000" cy="26517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2E7D6"/>
                </a:solidFill>
                <a:latin typeface="Aptos Display"/>
              </a:defRPr>
            </a:pPr>
            <a:r>
              <a:rPr lang="en-US" dirty="0"/>
              <a:t>Conclusion</a:t>
            </a:r>
            <a:endParaRPr dirty="0"/>
          </a:p>
          <a:p>
            <a:pPr>
              <a:lnSpc>
                <a:spcPct val="104000"/>
              </a:lnSpc>
              <a:spcAft>
                <a:spcPts val="4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dirty="0"/>
              <a:t>› The final Residual GCN achieved 91.82% accuracy and 91.18% macro-F1.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dirty="0"/>
              <a:t>› Graph reasoning gave a modest improvement over the strongest CNN baseline.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dirty="0"/>
              <a:t>› Ablation showed that not every component improved the model.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50">
                <a:solidFill>
                  <a:srgbClr val="F6FFFF"/>
                </a:solidFill>
                <a:latin typeface="Aptos"/>
              </a:defRPr>
            </a:pPr>
            <a:r>
              <a:rPr dirty="0"/>
              <a:t>› Best claim: the improvement is consistent, but not statistically significant at α = 0.05.</a:t>
            </a:r>
          </a:p>
        </p:txBody>
      </p:sp>
      <p:sp>
        <p:nvSpPr>
          <p:cNvPr id="768" name="Rounded Rectangle 767"/>
          <p:cNvSpPr/>
          <p:nvPr/>
        </p:nvSpPr>
        <p:spPr>
          <a:xfrm>
            <a:off x="4983480" y="1097280"/>
            <a:ext cx="3401568" cy="3429000"/>
          </a:xfrm>
          <a:prstGeom prst="roundRect">
            <a:avLst/>
          </a:prstGeom>
          <a:solidFill>
            <a:srgbClr val="064248"/>
          </a:solidFill>
          <a:ln w="11430">
            <a:solidFill>
              <a:srgbClr val="42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TextBox 768"/>
          <p:cNvSpPr txBox="1"/>
          <p:nvPr/>
        </p:nvSpPr>
        <p:spPr>
          <a:xfrm>
            <a:off x="5193792" y="1353312"/>
            <a:ext cx="2971800" cy="26517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42E7D6"/>
                </a:solidFill>
                <a:latin typeface="Aptos Display"/>
              </a:defRPr>
            </a:pPr>
            <a:r>
              <a:t>Limitations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t>› BloodMNIST images are only 28×28; resizing adds no new biological detail.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t>› Graph nodes are learned feature regions, not segmented cell parts.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t>› Only five paired folds were used for Wilcoxon testing.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00">
                <a:solidFill>
                  <a:srgbClr val="F6FFFF"/>
                </a:solidFill>
                <a:latin typeface="Aptos"/>
              </a:defRPr>
            </a:pPr>
            <a:r>
              <a:t>› Future work can test stronger backbones and larger biomedical datasets.</a:t>
            </a:r>
          </a:p>
        </p:txBody>
      </p:sp>
    </p:spTree>
    <p:extLst>
      <p:ext uri="{BB962C8B-B14F-4D97-AF65-F5344CB8AC3E}">
        <p14:creationId xmlns:p14="http://schemas.microsoft.com/office/powerpoint/2010/main" val="220018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Tech Startup Newsletter by Slidesgo ">
  <a:themeElements>
    <a:clrScheme name="Simple Light">
      <a:dk1>
        <a:srgbClr val="F5F5F5"/>
      </a:dk1>
      <a:lt1>
        <a:srgbClr val="00211A"/>
      </a:lt1>
      <a:dk2>
        <a:srgbClr val="091915"/>
      </a:dk2>
      <a:lt2>
        <a:srgbClr val="00483F"/>
      </a:lt2>
      <a:accent1>
        <a:srgbClr val="03AB6F"/>
      </a:accent1>
      <a:accent2>
        <a:srgbClr val="00B491"/>
      </a:accent2>
      <a:accent3>
        <a:srgbClr val="21C79D"/>
      </a:accent3>
      <a:accent4>
        <a:srgbClr val="5FFFF1"/>
      </a:accent4>
      <a:accent5>
        <a:srgbClr val="FFFFFF"/>
      </a:accent5>
      <a:accent6>
        <a:srgbClr val="FFFFFF"/>
      </a:accent6>
      <a:hlink>
        <a:srgbClr val="F5F5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1127</Words>
  <Application>Microsoft Office PowerPoint</Application>
  <PresentationFormat>On-screen Show (16:9)</PresentationFormat>
  <Paragraphs>293</Paragraphs>
  <Slides>30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 Display</vt:lpstr>
      <vt:lpstr>Alata</vt:lpstr>
      <vt:lpstr>Arial</vt:lpstr>
      <vt:lpstr>Albert Sans</vt:lpstr>
      <vt:lpstr>Aptos</vt:lpstr>
      <vt:lpstr>Tech Startup Newsletter by Slidesgo </vt:lpstr>
      <vt:lpstr>PowerPoint Presentation</vt:lpstr>
      <vt:lpstr>Project Information</vt:lpstr>
      <vt:lpstr>Introduction</vt:lpstr>
      <vt:lpstr>Motivation and Research Gap</vt:lpstr>
      <vt:lpstr>Dataset and EDA Findings</vt:lpstr>
      <vt:lpstr>Preprocessing and Experiment Setup</vt:lpstr>
      <vt:lpstr>Baseline CNN Results</vt:lpstr>
      <vt:lpstr>Proposed Model Architecture</vt:lpstr>
      <vt:lpstr>PowerPoint Presentation</vt:lpstr>
      <vt:lpstr>How the Graph Part Helps</vt:lpstr>
      <vt:lpstr>Ablation Study</vt:lpstr>
      <vt:lpstr>Final Configuration</vt:lpstr>
      <vt:lpstr>Final Test Results</vt:lpstr>
      <vt:lpstr>Class-Level Performance</vt:lpstr>
      <vt:lpstr>Comparison with the Best CNN Baseline</vt:lpstr>
      <vt:lpstr>Cross-Validation and Statistical Tests</vt:lpstr>
      <vt:lpstr>Explainability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RAIYAN GANI</dc:creator>
  <cp:lastModifiedBy>RAIYAN GANI</cp:lastModifiedBy>
  <cp:revision>61</cp:revision>
  <dcterms:modified xsi:type="dcterms:W3CDTF">2026-08-28T12:47:36Z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2026-02-16T04:01:38Z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739144a0-92b4-4005-8606-d18c24d6c69a</vt:lpwstr>
  </property>
  <property fmtid="{D5CDD505-2E9C-101B-9397-08002B2CF9AE}" pid="7" name="MSIP_Label_defa4170-0d19-0005-0004-bc88714345d2_ActionId">
    <vt:lpwstr>29a1d052-9a97-495b-a9b3-67eb940620e0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